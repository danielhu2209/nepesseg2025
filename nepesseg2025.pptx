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122" dt="2026-09-17T20:35:35.935"/>
    <p1510:client id="{06DBCB8A-5803-B959-E0F4-E0FC8376A91C}" v="893" dt="2026-09-17T20:24:44.495"/>
    <p1510:client id="{64974381-00DE-067D-047C-F729A141503B}" v="232" dt="2026-09-17T18:13:17.322"/>
    <p1510:client id="{DEC38DF4-BAA6-AE9D-F48A-4FE4096F9F3B}" v="3" dt="2026-09-16T15:58:54.9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62" y="11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00000000-0000-0000-0000-000000000000}"/>
    <pc:docChg chg="modSld">
      <pc:chgData name="" userId="" providerId="" clId="Web-{00000000-0000-0000-0000-000000000000}" dt="2026-09-16T15:59:07.686" v="2" actId="20577"/>
      <pc:docMkLst>
        <pc:docMk/>
      </pc:docMkLst>
      <pc:sldChg chg="modSp">
        <pc:chgData name="" userId="" providerId="" clId="Web-{00000000-0000-0000-0000-000000000000}" dt="2026-09-16T15:59:07.686" v="2" actId="20577"/>
        <pc:sldMkLst>
          <pc:docMk/>
          <pc:sldMk cId="876230975" sldId="257"/>
        </pc:sldMkLst>
        <pc:spChg chg="mod">
          <ac:chgData name="" userId="" providerId="" clId="Web-{00000000-0000-0000-0000-000000000000}" dt="2026-09-16T15:59:07.686" v="2" actId="20577"/>
          <ac:spMkLst>
            <pc:docMk/>
            <pc:sldMk cId="876230975" sldId="257"/>
            <ac:spMk id="2" creationId="{04D3EB15-0B59-C6DC-2E9A-F2EA4B6FAFDB}"/>
          </ac:spMkLst>
        </pc:spChg>
      </pc:sldChg>
    </pc:docChg>
  </pc:docChgLst>
  <pc:docChgLst>
    <pc:chgData name="mónika pásti" userId="d8c7c53a65482ef4" providerId="Windows Live" clId="Web-{DEC38DF4-BAA6-AE9D-F48A-4FE4096F9F3B}"/>
    <pc:docChg chg="addSld modSld">
      <pc:chgData name="mónika pásti" userId="d8c7c53a65482ef4" providerId="Windows Live" clId="Web-{DEC38DF4-BAA6-AE9D-F48A-4FE4096F9F3B}" dt="2026-09-16T15:58:54.926" v="2" actId="20577"/>
      <pc:docMkLst>
        <pc:docMk/>
      </pc:docMkLst>
      <pc:sldChg chg="modSp">
        <pc:chgData name="mónika pásti" userId="d8c7c53a65482ef4" providerId="Windows Live" clId="Web-{DEC38DF4-BAA6-AE9D-F48A-4FE4096F9F3B}" dt="2026-09-16T15:56:57.185" v="0" actId="1076"/>
        <pc:sldMkLst>
          <pc:docMk/>
          <pc:sldMk cId="0" sldId="256"/>
        </pc:sldMkLst>
        <pc:spChg chg="mod">
          <ac:chgData name="mónika pásti" userId="d8c7c53a65482ef4" providerId="Windows Live" clId="Web-{DEC38DF4-BAA6-AE9D-F48A-4FE4096F9F3B}" dt="2026-09-16T15:56:57.185" v="0" actId="1076"/>
          <ac:spMkLst>
            <pc:docMk/>
            <pc:sldMk cId="0" sldId="256"/>
            <ac:spMk id="1601377480" creationId="{00000000-0000-0000-0000-000000000000}"/>
          </ac:spMkLst>
        </pc:spChg>
      </pc:sldChg>
      <pc:sldChg chg="modSp new">
        <pc:chgData name="mónika pásti" userId="d8c7c53a65482ef4" providerId="Windows Live" clId="Web-{DEC38DF4-BAA6-AE9D-F48A-4FE4096F9F3B}" dt="2026-09-16T15:58:54.926" v="2" actId="20577"/>
        <pc:sldMkLst>
          <pc:docMk/>
          <pc:sldMk cId="876230975" sldId="257"/>
        </pc:sldMkLst>
        <pc:spChg chg="mod">
          <ac:chgData name="mónika pásti" userId="d8c7c53a65482ef4" providerId="Windows Live" clId="Web-{DEC38DF4-BAA6-AE9D-F48A-4FE4096F9F3B}" dt="2026-09-16T15:58:54.926" v="2" actId="20577"/>
          <ac:spMkLst>
            <pc:docMk/>
            <pc:sldMk cId="876230975" sldId="257"/>
            <ac:spMk id="2" creationId="{04D3EB15-0B59-C6DC-2E9A-F2EA4B6FAFDB}"/>
          </ac:spMkLst>
        </pc:spChg>
      </pc:sldChg>
    </pc:docChg>
  </pc:docChgLst>
  <pc:docChgLst>
    <pc:chgData name="mónika pásti" userId="d8c7c53a65482ef4" providerId="Windows Live" clId="Web-{06DBCB8A-5803-B959-E0F4-E0FC8376A91C}"/>
    <pc:docChg chg="modSld">
      <pc:chgData name="mónika pásti" userId="d8c7c53a65482ef4" providerId="Windows Live" clId="Web-{06DBCB8A-5803-B959-E0F4-E0FC8376A91C}" dt="2026-09-17T20:24:44.495" v="464" actId="20577"/>
      <pc:docMkLst>
        <pc:docMk/>
      </pc:docMkLst>
      <pc:sldChg chg="addSp modSp">
        <pc:chgData name="mónika pásti" userId="d8c7c53a65482ef4" providerId="Windows Live" clId="Web-{06DBCB8A-5803-B959-E0F4-E0FC8376A91C}" dt="2026-09-17T20:21:58.584" v="459" actId="20577"/>
        <pc:sldMkLst>
          <pc:docMk/>
          <pc:sldMk cId="876230975" sldId="257"/>
        </pc:sldMkLst>
        <pc:spChg chg="mod">
          <ac:chgData name="mónika pásti" userId="d8c7c53a65482ef4" providerId="Windows Live" clId="Web-{06DBCB8A-5803-B959-E0F4-E0FC8376A91C}" dt="2026-09-17T19:58:18.083" v="233" actId="1076"/>
          <ac:spMkLst>
            <pc:docMk/>
            <pc:sldMk cId="876230975" sldId="257"/>
            <ac:spMk id="2" creationId="{04D3EB15-0B59-C6DC-2E9A-F2EA4B6FAFDB}"/>
          </ac:spMkLst>
        </pc:spChg>
        <pc:spChg chg="add mod">
          <ac:chgData name="mónika pásti" userId="d8c7c53a65482ef4" providerId="Windows Live" clId="Web-{06DBCB8A-5803-B959-E0F4-E0FC8376A91C}" dt="2026-09-17T20:21:37.130" v="454" actId="20577"/>
          <ac:spMkLst>
            <pc:docMk/>
            <pc:sldMk cId="876230975" sldId="257"/>
            <ac:spMk id="3" creationId="{EFCDFE77-D0B4-28E0-B000-765812368829}"/>
          </ac:spMkLst>
        </pc:spChg>
        <pc:spChg chg="mod">
          <ac:chgData name="mónika pásti" userId="d8c7c53a65482ef4" providerId="Windows Live" clId="Web-{06DBCB8A-5803-B959-E0F4-E0FC8376A91C}" dt="2026-09-17T20:07:15.017" v="254" actId="20577"/>
          <ac:spMkLst>
            <pc:docMk/>
            <pc:sldMk cId="876230975" sldId="257"/>
            <ac:spMk id="6" creationId="{072D7B4D-4A00-E6D0-4A4B-C692496A82E3}"/>
          </ac:spMkLst>
        </pc:spChg>
        <pc:spChg chg="mod">
          <ac:chgData name="mónika pásti" userId="d8c7c53a65482ef4" providerId="Windows Live" clId="Web-{06DBCB8A-5803-B959-E0F4-E0FC8376A91C}" dt="2026-09-17T19:58:05.786" v="231" actId="1076"/>
          <ac:spMkLst>
            <pc:docMk/>
            <pc:sldMk cId="876230975" sldId="257"/>
            <ac:spMk id="10" creationId="{A5EB3010-3BA7-6964-7F31-004EE9D8D410}"/>
          </ac:spMkLst>
        </pc:spChg>
        <pc:spChg chg="mod">
          <ac:chgData name="mónika pásti" userId="d8c7c53a65482ef4" providerId="Windows Live" clId="Web-{06DBCB8A-5803-B959-E0F4-E0FC8376A91C}" dt="2026-09-17T19:58:03.879" v="230" actId="1076"/>
          <ac:spMkLst>
            <pc:docMk/>
            <pc:sldMk cId="876230975" sldId="257"/>
            <ac:spMk id="16" creationId="{DB9CC4AC-90E4-74AE-1B7F-6BBEBE4B16E2}"/>
          </ac:spMkLst>
        </pc:spChg>
        <pc:spChg chg="mod">
          <ac:chgData name="mónika pásti" userId="d8c7c53a65482ef4" providerId="Windows Live" clId="Web-{06DBCB8A-5803-B959-E0F4-E0FC8376A91C}" dt="2026-09-17T20:21:58.584" v="459" actId="20577"/>
          <ac:spMkLst>
            <pc:docMk/>
            <pc:sldMk cId="876230975" sldId="257"/>
            <ac:spMk id="17" creationId="{F0866754-33B4-5803-B7A4-8BCA4BD9B7D9}"/>
          </ac:spMkLst>
        </pc:spChg>
        <pc:spChg chg="mod">
          <ac:chgData name="mónika pásti" userId="d8c7c53a65482ef4" providerId="Windows Live" clId="Web-{06DBCB8A-5803-B959-E0F4-E0FC8376A91C}" dt="2026-09-17T20:09:01.004" v="284" actId="1076"/>
          <ac:spMkLst>
            <pc:docMk/>
            <pc:sldMk cId="876230975" sldId="257"/>
            <ac:spMk id="18" creationId="{58F17FAE-593D-8EA0-FB4B-ABE18A53B6EA}"/>
          </ac:spMkLst>
        </pc:spChg>
        <pc:picChg chg="mod">
          <ac:chgData name="mónika pásti" userId="d8c7c53a65482ef4" providerId="Windows Live" clId="Web-{06DBCB8A-5803-B959-E0F4-E0FC8376A91C}" dt="2026-09-17T19:58:28.099" v="236" actId="1076"/>
          <ac:picMkLst>
            <pc:docMk/>
            <pc:sldMk cId="876230975" sldId="257"/>
            <ac:picMk id="9" creationId="{0DD837B7-275A-EB2C-9DB1-9C6408B78744}"/>
          </ac:picMkLst>
        </pc:picChg>
      </pc:sldChg>
      <pc:sldChg chg="modSp">
        <pc:chgData name="mónika pásti" userId="d8c7c53a65482ef4" providerId="Windows Live" clId="Web-{06DBCB8A-5803-B959-E0F4-E0FC8376A91C}" dt="2026-09-17T20:10:33.756" v="288" actId="20577"/>
        <pc:sldMkLst>
          <pc:docMk/>
          <pc:sldMk cId="4226615649" sldId="258"/>
        </pc:sldMkLst>
        <pc:spChg chg="mod">
          <ac:chgData name="mónika pásti" userId="d8c7c53a65482ef4" providerId="Windows Live" clId="Web-{06DBCB8A-5803-B959-E0F4-E0FC8376A91C}" dt="2026-09-17T20:10:33.756" v="288" actId="20577"/>
          <ac:spMkLst>
            <pc:docMk/>
            <pc:sldMk cId="4226615649" sldId="258"/>
            <ac:spMk id="10" creationId="{CCDA4261-51D2-3379-231F-9FA488FB735D}"/>
          </ac:spMkLst>
        </pc:spChg>
      </pc:sldChg>
      <pc:sldChg chg="modSp">
        <pc:chgData name="mónika pásti" userId="d8c7c53a65482ef4" providerId="Windows Live" clId="Web-{06DBCB8A-5803-B959-E0F4-E0FC8376A91C}" dt="2026-09-17T20:22:28.772" v="463" actId="1076"/>
        <pc:sldMkLst>
          <pc:docMk/>
          <pc:sldMk cId="2032663401" sldId="259"/>
        </pc:sldMkLst>
        <pc:picChg chg="mod">
          <ac:chgData name="mónika pásti" userId="d8c7c53a65482ef4" providerId="Windows Live" clId="Web-{06DBCB8A-5803-B959-E0F4-E0FC8376A91C}" dt="2026-09-17T20:22:28.772" v="463" actId="1076"/>
          <ac:picMkLst>
            <pc:docMk/>
            <pc:sldMk cId="2032663401" sldId="259"/>
            <ac:picMk id="4" creationId="{9F5054F6-B64B-272B-F384-3D9301604F96}"/>
          </ac:picMkLst>
        </pc:picChg>
        <pc:picChg chg="mod">
          <ac:chgData name="mónika pásti" userId="d8c7c53a65482ef4" providerId="Windows Live" clId="Web-{06DBCB8A-5803-B959-E0F4-E0FC8376A91C}" dt="2026-09-17T20:22:23.912" v="462" actId="1076"/>
          <ac:picMkLst>
            <pc:docMk/>
            <pc:sldMk cId="2032663401" sldId="259"/>
            <ac:picMk id="7" creationId="{21C39B95-28DA-6AC3-60DB-05879AD14BD4}"/>
          </ac:picMkLst>
        </pc:picChg>
      </pc:sldChg>
      <pc:sldChg chg="modSp">
        <pc:chgData name="mónika pásti" userId="d8c7c53a65482ef4" providerId="Windows Live" clId="Web-{06DBCB8A-5803-B959-E0F4-E0FC8376A91C}" dt="2026-09-17T20:24:44.495" v="464" actId="20577"/>
        <pc:sldMkLst>
          <pc:docMk/>
          <pc:sldMk cId="1260884677" sldId="260"/>
        </pc:sldMkLst>
        <pc:spChg chg="mod">
          <ac:chgData name="mónika pásti" userId="d8c7c53a65482ef4" providerId="Windows Live" clId="Web-{06DBCB8A-5803-B959-E0F4-E0FC8376A91C}" dt="2026-09-17T20:24:44.495" v="464" actId="20577"/>
          <ac:spMkLst>
            <pc:docMk/>
            <pc:sldMk cId="1260884677" sldId="260"/>
            <ac:spMk id="2" creationId="{02F7EE3F-43A6-78FF-B590-783DDC0834EC}"/>
          </ac:spMkLst>
        </pc:spChg>
      </pc:sldChg>
    </pc:docChg>
  </pc:docChgLst>
  <pc:docChgLst>
    <pc:chgData name="mónika pásti" userId="d8c7c53a65482ef4" providerId="Windows Live" clId="Web-{00000000-0000-0000-0000-000000000000}"/>
    <pc:docChg chg="addSld delSld modSld modMainMaster">
      <pc:chgData name="mónika pásti" userId="d8c7c53a65482ef4" providerId="Windows Live" clId="Web-{00000000-0000-0000-0000-000000000000}" dt="2026-09-17T20:35:35.935" v="1985" actId="1076"/>
      <pc:docMkLst>
        <pc:docMk/>
      </pc:docMkLst>
      <pc:sldChg chg="modTransition">
        <pc:chgData name="mónika pásti" userId="d8c7c53a65482ef4" providerId="Windows Live" clId="Web-{00000000-0000-0000-0000-000000000000}" dt="2026-09-16T18:38:33.512" v="1895"/>
        <pc:sldMkLst>
          <pc:docMk/>
          <pc:sldMk cId="0" sldId="256"/>
        </pc:sldMkLst>
      </pc:sldChg>
      <pc:sldChg chg="addSp delSp modSp modTransition addAnim delAnim modAnim">
        <pc:chgData name="mónika pásti" userId="d8c7c53a65482ef4" providerId="Windows Live" clId="Web-{00000000-0000-0000-0000-000000000000}" dt="2026-09-16T18:44:58.266" v="1904" actId="20577"/>
        <pc:sldMkLst>
          <pc:docMk/>
          <pc:sldMk cId="876230975" sldId="257"/>
        </pc:sldMkLst>
        <pc:spChg chg="mod">
          <ac:chgData name="mónika pásti" userId="d8c7c53a65482ef4" providerId="Windows Live" clId="Web-{00000000-0000-0000-0000-000000000000}" dt="2026-09-16T18:44:58.266" v="1904" actId="20577"/>
          <ac:spMkLst>
            <pc:docMk/>
            <pc:sldMk cId="876230975" sldId="257"/>
            <ac:spMk id="2" creationId="{04D3EB15-0B59-C6DC-2E9A-F2EA4B6FAFDB}"/>
          </ac:spMkLst>
        </pc:spChg>
        <pc:spChg chg="del mod">
          <ac:chgData name="mónika pásti" userId="d8c7c53a65482ef4" providerId="Windows Live" clId="Web-{00000000-0000-0000-0000-000000000000}" dt="2026-09-16T16:13:07.461" v="46"/>
          <ac:spMkLst>
            <pc:docMk/>
            <pc:sldMk cId="876230975" sldId="257"/>
            <ac:spMk id="3" creationId="{17572DCD-71C6-4EC3-A285-1B15E62EDF31}"/>
          </ac:spMkLst>
        </pc:spChg>
        <pc:spChg chg="add del">
          <ac:chgData name="mónika pásti" userId="d8c7c53a65482ef4" providerId="Windows Live" clId="Web-{00000000-0000-0000-0000-000000000000}" dt="2026-09-16T16:13:58.135" v="60"/>
          <ac:spMkLst>
            <pc:docMk/>
            <pc:sldMk cId="876230975" sldId="257"/>
            <ac:spMk id="5" creationId="{AE075140-1333-23A0-42D2-7BF5F0F83B24}"/>
          </ac:spMkLst>
        </pc:spChg>
        <pc:spChg chg="add mod">
          <ac:chgData name="mónika pásti" userId="d8c7c53a65482ef4" providerId="Windows Live" clId="Web-{00000000-0000-0000-0000-000000000000}" dt="2026-09-16T17:39:46.485" v="1063" actId="1076"/>
          <ac:spMkLst>
            <pc:docMk/>
            <pc:sldMk cId="876230975" sldId="257"/>
            <ac:spMk id="6" creationId="{072D7B4D-4A00-E6D0-4A4B-C692496A82E3}"/>
          </ac:spMkLst>
        </pc:spChg>
        <pc:spChg chg="add del mod">
          <ac:chgData name="mónika pásti" userId="d8c7c53a65482ef4" providerId="Windows Live" clId="Web-{00000000-0000-0000-0000-000000000000}" dt="2026-09-16T16:23:45.187" v="190"/>
          <ac:spMkLst>
            <pc:docMk/>
            <pc:sldMk cId="876230975" sldId="257"/>
            <ac:spMk id="8" creationId="{653C9DEE-B16A-D8BB-CA7F-FABB9200A51D}"/>
          </ac:spMkLst>
        </pc:spChg>
        <pc:spChg chg="add mod">
          <ac:chgData name="mónika pásti" userId="d8c7c53a65482ef4" providerId="Windows Live" clId="Web-{00000000-0000-0000-0000-000000000000}" dt="2026-09-16T18:43:13.733" v="1899" actId="20577"/>
          <ac:spMkLst>
            <pc:docMk/>
            <pc:sldMk cId="876230975" sldId="257"/>
            <ac:spMk id="10" creationId="{A5EB3010-3BA7-6964-7F31-004EE9D8D410}"/>
          </ac:spMkLst>
        </pc:spChg>
        <pc:spChg chg="add del">
          <ac:chgData name="mónika pásti" userId="d8c7c53a65482ef4" providerId="Windows Live" clId="Web-{00000000-0000-0000-0000-000000000000}" dt="2026-09-16T16:34:02.318" v="214"/>
          <ac:spMkLst>
            <pc:docMk/>
            <pc:sldMk cId="876230975" sldId="257"/>
            <ac:spMk id="11" creationId="{F07ABDDA-B0F4-E0BF-C230-FB5F38E568B9}"/>
          </ac:spMkLst>
        </pc:spChg>
        <pc:spChg chg="add del">
          <ac:chgData name="mónika pásti" userId="d8c7c53a65482ef4" providerId="Windows Live" clId="Web-{00000000-0000-0000-0000-000000000000}" dt="2026-09-16T16:35:43.540" v="224"/>
          <ac:spMkLst>
            <pc:docMk/>
            <pc:sldMk cId="876230975" sldId="257"/>
            <ac:spMk id="12" creationId="{F390E210-85A0-472C-194D-0E0AB698B047}"/>
          </ac:spMkLst>
        </pc:spChg>
        <pc:spChg chg="add del">
          <ac:chgData name="mónika pásti" userId="d8c7c53a65482ef4" providerId="Windows Live" clId="Web-{00000000-0000-0000-0000-000000000000}" dt="2026-09-16T16:35:33.086" v="223"/>
          <ac:spMkLst>
            <pc:docMk/>
            <pc:sldMk cId="876230975" sldId="257"/>
            <ac:spMk id="13" creationId="{B7AED4BE-008D-2637-1B8D-F8CF347AB019}"/>
          </ac:spMkLst>
        </pc:spChg>
        <pc:spChg chg="add del mod">
          <ac:chgData name="mónika pásti" userId="d8c7c53a65482ef4" providerId="Windows Live" clId="Web-{00000000-0000-0000-0000-000000000000}" dt="2026-09-16T16:41:18.942" v="290"/>
          <ac:spMkLst>
            <pc:docMk/>
            <pc:sldMk cId="876230975" sldId="257"/>
            <ac:spMk id="15" creationId="{D1AB3EF1-A753-5D2C-D073-ECB92AEE92B1}"/>
          </ac:spMkLst>
        </pc:spChg>
        <pc:spChg chg="add mod">
          <ac:chgData name="mónika pásti" userId="d8c7c53a65482ef4" providerId="Windows Live" clId="Web-{00000000-0000-0000-0000-000000000000}" dt="2026-09-16T18:43:17.140" v="1900" actId="20577"/>
          <ac:spMkLst>
            <pc:docMk/>
            <pc:sldMk cId="876230975" sldId="257"/>
            <ac:spMk id="16" creationId="{DB9CC4AC-90E4-74AE-1B7F-6BBEBE4B16E2}"/>
          </ac:spMkLst>
        </pc:spChg>
        <pc:spChg chg="add mod">
          <ac:chgData name="mónika pásti" userId="d8c7c53a65482ef4" providerId="Windows Live" clId="Web-{00000000-0000-0000-0000-000000000000}" dt="2026-09-16T17:37:40.387" v="1008" actId="1076"/>
          <ac:spMkLst>
            <pc:docMk/>
            <pc:sldMk cId="876230975" sldId="257"/>
            <ac:spMk id="17" creationId="{F0866754-33B4-5803-B7A4-8BCA4BD9B7D9}"/>
          </ac:spMkLst>
        </pc:spChg>
        <pc:spChg chg="add mod">
          <ac:chgData name="mónika pásti" userId="d8c7c53a65482ef4" providerId="Windows Live" clId="Web-{00000000-0000-0000-0000-000000000000}" dt="2026-09-16T18:21:49.110" v="1622" actId="14100"/>
          <ac:spMkLst>
            <pc:docMk/>
            <pc:sldMk cId="876230975" sldId="257"/>
            <ac:spMk id="18" creationId="{58F17FAE-593D-8EA0-FB4B-ABE18A53B6EA}"/>
          </ac:spMkLst>
        </pc:spChg>
        <pc:picChg chg="add del mod ord">
          <ac:chgData name="mónika pásti" userId="d8c7c53a65482ef4" providerId="Windows Live" clId="Web-{00000000-0000-0000-0000-000000000000}" dt="2026-09-16T16:23:42.187" v="189"/>
          <ac:picMkLst>
            <pc:docMk/>
            <pc:sldMk cId="876230975" sldId="257"/>
            <ac:picMk id="4" creationId="{FA4EEAFD-75E3-D7B2-2974-B2988E345F58}"/>
          </ac:picMkLst>
        </pc:picChg>
        <pc:picChg chg="add mod">
          <ac:chgData name="mónika pásti" userId="d8c7c53a65482ef4" providerId="Windows Live" clId="Web-{00000000-0000-0000-0000-000000000000}" dt="2026-09-16T17:39:23.641" v="1057" actId="1076"/>
          <ac:picMkLst>
            <pc:docMk/>
            <pc:sldMk cId="876230975" sldId="257"/>
            <ac:picMk id="9" creationId="{0DD837B7-275A-EB2C-9DB1-9C6408B78744}"/>
          </ac:picMkLst>
        </pc:picChg>
        <pc:picChg chg="add del mod">
          <ac:chgData name="mónika pásti" userId="d8c7c53a65482ef4" providerId="Windows Live" clId="Web-{00000000-0000-0000-0000-000000000000}" dt="2026-09-16T16:39:25.032" v="251"/>
          <ac:picMkLst>
            <pc:docMk/>
            <pc:sldMk cId="876230975" sldId="257"/>
            <ac:picMk id="14" creationId="{A17A0C56-5F47-8FE1-6CFC-AB03B8630DC3}"/>
          </ac:picMkLst>
        </pc:picChg>
      </pc:sldChg>
      <pc:sldChg chg="addSp delSp modSp new mod modTransition modClrScheme chgLayout">
        <pc:chgData name="mónika pásti" userId="d8c7c53a65482ef4" providerId="Windows Live" clId="Web-{00000000-0000-0000-0000-000000000000}" dt="2026-09-16T18:43:20.390" v="1901" actId="20577"/>
        <pc:sldMkLst>
          <pc:docMk/>
          <pc:sldMk cId="4226615649" sldId="258"/>
        </pc:sldMkLst>
        <pc:spChg chg="mod ord">
          <ac:chgData name="mónika pásti" userId="d8c7c53a65482ef4" providerId="Windows Live" clId="Web-{00000000-0000-0000-0000-000000000000}" dt="2026-09-16T17:34:46.084" v="995" actId="20577"/>
          <ac:spMkLst>
            <pc:docMk/>
            <pc:sldMk cId="4226615649" sldId="258"/>
            <ac:spMk id="2" creationId="{1A1768BB-81FD-FFE2-545D-10C8FA88913C}"/>
          </ac:spMkLst>
        </pc:spChg>
        <pc:spChg chg="del mod ord">
          <ac:chgData name="mónika pásti" userId="d8c7c53a65482ef4" providerId="Windows Live" clId="Web-{00000000-0000-0000-0000-000000000000}" dt="2026-09-16T17:09:06.281" v="516"/>
          <ac:spMkLst>
            <pc:docMk/>
            <pc:sldMk cId="4226615649" sldId="258"/>
            <ac:spMk id="3" creationId="{6DD26FB4-E7CB-6FAC-F790-E0B70BE91C81}"/>
          </ac:spMkLst>
        </pc:spChg>
        <pc:spChg chg="add del mod">
          <ac:chgData name="mónika pásti" userId="d8c7c53a65482ef4" providerId="Windows Live" clId="Web-{00000000-0000-0000-0000-000000000000}" dt="2026-09-16T18:27:53.942" v="1851"/>
          <ac:spMkLst>
            <pc:docMk/>
            <pc:sldMk cId="4226615649" sldId="258"/>
            <ac:spMk id="3" creationId="{97B39EAB-F188-10D0-D7AB-00B3F1C82118}"/>
          </ac:spMkLst>
        </pc:spChg>
        <pc:spChg chg="add del">
          <ac:chgData name="mónika pásti" userId="d8c7c53a65482ef4" providerId="Windows Live" clId="Web-{00000000-0000-0000-0000-000000000000}" dt="2026-09-16T18:26:59.129" v="1830"/>
          <ac:spMkLst>
            <pc:docMk/>
            <pc:sldMk cId="4226615649" sldId="258"/>
            <ac:spMk id="4" creationId="{CF4EA539-DE4F-2666-440C-E70AA0589713}"/>
          </ac:spMkLst>
        </pc:spChg>
        <pc:spChg chg="add mod">
          <ac:chgData name="mónika pásti" userId="d8c7c53a65482ef4" providerId="Windows Live" clId="Web-{00000000-0000-0000-0000-000000000000}" dt="2026-09-16T17:24:06.828" v="860" actId="1076"/>
          <ac:spMkLst>
            <pc:docMk/>
            <pc:sldMk cId="4226615649" sldId="258"/>
            <ac:spMk id="6" creationId="{BA19FC67-7195-9EAD-B9B6-35242C5F85E3}"/>
          </ac:spMkLst>
        </pc:spChg>
        <pc:spChg chg="add mod">
          <ac:chgData name="mónika pásti" userId="d8c7c53a65482ef4" providerId="Windows Live" clId="Web-{00000000-0000-0000-0000-000000000000}" dt="2026-09-16T18:43:20.390" v="1901" actId="20577"/>
          <ac:spMkLst>
            <pc:docMk/>
            <pc:sldMk cId="4226615649" sldId="258"/>
            <ac:spMk id="7" creationId="{6F907B81-CF24-7D98-B2E4-ED5A6671EDAC}"/>
          </ac:spMkLst>
        </pc:spChg>
        <pc:spChg chg="add del">
          <ac:chgData name="mónika pásti" userId="d8c7c53a65482ef4" providerId="Windows Live" clId="Web-{00000000-0000-0000-0000-000000000000}" dt="2026-09-16T17:09:14.781" v="518"/>
          <ac:spMkLst>
            <pc:docMk/>
            <pc:sldMk cId="4226615649" sldId="258"/>
            <ac:spMk id="7" creationId="{EC589096-CDE7-F435-716A-2213B6E20BE4}"/>
          </ac:spMkLst>
        </pc:spChg>
        <pc:spChg chg="add del">
          <ac:chgData name="mónika pásti" userId="d8c7c53a65482ef4" providerId="Windows Live" clId="Web-{00000000-0000-0000-0000-000000000000}" dt="2026-09-16T17:09:21.172" v="520"/>
          <ac:spMkLst>
            <pc:docMk/>
            <pc:sldMk cId="4226615649" sldId="258"/>
            <ac:spMk id="8" creationId="{7936A046-82C9-5A8C-3E71-08D98098A109}"/>
          </ac:spMkLst>
        </pc:spChg>
        <pc:spChg chg="add del mod">
          <ac:chgData name="mónika pásti" userId="d8c7c53a65482ef4" providerId="Windows Live" clId="Web-{00000000-0000-0000-0000-000000000000}" dt="2026-09-16T17:10:29.893" v="536"/>
          <ac:spMkLst>
            <pc:docMk/>
            <pc:sldMk cId="4226615649" sldId="258"/>
            <ac:spMk id="9" creationId="{AFAF4D19-0062-80A0-EEC8-8525AB95EC33}"/>
          </ac:spMkLst>
        </pc:spChg>
        <pc:spChg chg="add mod">
          <ac:chgData name="mónika pásti" userId="d8c7c53a65482ef4" providerId="Windows Live" clId="Web-{00000000-0000-0000-0000-000000000000}" dt="2026-09-16T17:46:03.076" v="1113" actId="14100"/>
          <ac:spMkLst>
            <pc:docMk/>
            <pc:sldMk cId="4226615649" sldId="258"/>
            <ac:spMk id="10" creationId="{CCDA4261-51D2-3379-231F-9FA488FB735D}"/>
          </ac:spMkLst>
        </pc:spChg>
        <pc:picChg chg="add del mod">
          <ac:chgData name="mónika pásti" userId="d8c7c53a65482ef4" providerId="Windows Live" clId="Web-{00000000-0000-0000-0000-000000000000}" dt="2026-09-16T17:13:03.555" v="556"/>
          <ac:picMkLst>
            <pc:docMk/>
            <pc:sldMk cId="4226615649" sldId="258"/>
            <ac:picMk id="4" creationId="{B668602F-C370-454B-B44F-BF8C27767273}"/>
          </ac:picMkLst>
        </pc:picChg>
        <pc:picChg chg="add mod">
          <ac:chgData name="mónika pásti" userId="d8c7c53a65482ef4" providerId="Windows Live" clId="Web-{00000000-0000-0000-0000-000000000000}" dt="2026-09-16T17:24:15" v="862" actId="1076"/>
          <ac:picMkLst>
            <pc:docMk/>
            <pc:sldMk cId="4226615649" sldId="258"/>
            <ac:picMk id="5" creationId="{5C283D0D-620E-929E-38A2-8FFFB8ECF82E}"/>
          </ac:picMkLst>
        </pc:picChg>
        <pc:picChg chg="add mod">
          <ac:chgData name="mónika pásti" userId="d8c7c53a65482ef4" providerId="Windows Live" clId="Web-{00000000-0000-0000-0000-000000000000}" dt="2026-09-16T17:24:12.640" v="861" actId="1076"/>
          <ac:picMkLst>
            <pc:docMk/>
            <pc:sldMk cId="4226615649" sldId="258"/>
            <ac:picMk id="11" creationId="{29DC1FCA-E6F0-EE0B-F4CE-44FB9F6E45A7}"/>
          </ac:picMkLst>
        </pc:picChg>
      </pc:sldChg>
      <pc:sldChg chg="new del">
        <pc:chgData name="mónika pásti" userId="d8c7c53a65482ef4" providerId="Windows Live" clId="Web-{00000000-0000-0000-0000-000000000000}" dt="2026-09-16T17:25:13.752" v="864"/>
        <pc:sldMkLst>
          <pc:docMk/>
          <pc:sldMk cId="1097779982" sldId="259"/>
        </pc:sldMkLst>
      </pc:sldChg>
      <pc:sldChg chg="addSp delSp modSp new modTransition">
        <pc:chgData name="mónika pásti" userId="d8c7c53a65482ef4" providerId="Windows Live" clId="Web-{00000000-0000-0000-0000-000000000000}" dt="2026-09-16T18:43:23.655" v="1902" actId="20577"/>
        <pc:sldMkLst>
          <pc:docMk/>
          <pc:sldMk cId="2032663401" sldId="259"/>
        </pc:sldMkLst>
        <pc:spChg chg="mod">
          <ac:chgData name="mónika pásti" userId="d8c7c53a65482ef4" providerId="Windows Live" clId="Web-{00000000-0000-0000-0000-000000000000}" dt="2026-09-16T18:19:45.155" v="1604" actId="1076"/>
          <ac:spMkLst>
            <pc:docMk/>
            <pc:sldMk cId="2032663401" sldId="259"/>
            <ac:spMk id="2" creationId="{60D1835F-ECB3-353D-A38B-3F5661364E75}"/>
          </ac:spMkLst>
        </pc:spChg>
        <pc:spChg chg="add mod">
          <ac:chgData name="mónika pásti" userId="d8c7c53a65482ef4" providerId="Windows Live" clId="Web-{00000000-0000-0000-0000-000000000000}" dt="2026-09-16T18:41:51.029" v="1898" actId="20577"/>
          <ac:spMkLst>
            <pc:docMk/>
            <pc:sldMk cId="2032663401" sldId="259"/>
            <ac:spMk id="3" creationId="{AF030C1F-6C52-F7CD-DC14-CF025FAFC970}"/>
          </ac:spMkLst>
        </pc:spChg>
        <pc:spChg chg="add mod">
          <ac:chgData name="mónika pásti" userId="d8c7c53a65482ef4" providerId="Windows Live" clId="Web-{00000000-0000-0000-0000-000000000000}" dt="2026-09-16T18:03:03.393" v="1219" actId="1076"/>
          <ac:spMkLst>
            <pc:docMk/>
            <pc:sldMk cId="2032663401" sldId="259"/>
            <ac:spMk id="9" creationId="{095F2F6E-3DA4-2BD8-1E51-3ABB3818F55D}"/>
          </ac:spMkLst>
        </pc:spChg>
        <pc:spChg chg="add mod">
          <ac:chgData name="mónika pásti" userId="d8c7c53a65482ef4" providerId="Windows Live" clId="Web-{00000000-0000-0000-0000-000000000000}" dt="2026-09-16T18:01:01.076" v="1202" actId="1076"/>
          <ac:spMkLst>
            <pc:docMk/>
            <pc:sldMk cId="2032663401" sldId="259"/>
            <ac:spMk id="10" creationId="{495C1AFB-4E4A-BB5D-7AE1-3650DA6B8CCE}"/>
          </ac:spMkLst>
        </pc:spChg>
        <pc:spChg chg="add del">
          <ac:chgData name="mónika pásti" userId="d8c7c53a65482ef4" providerId="Windows Live" clId="Web-{00000000-0000-0000-0000-000000000000}" dt="2026-09-16T18:03:44.285" v="1222"/>
          <ac:spMkLst>
            <pc:docMk/>
            <pc:sldMk cId="2032663401" sldId="259"/>
            <ac:spMk id="12" creationId="{8DF50878-F33D-DE73-9347-4612022C83EA}"/>
          </ac:spMkLst>
        </pc:spChg>
        <pc:spChg chg="add">
          <ac:chgData name="mónika pásti" userId="d8c7c53a65482ef4" providerId="Windows Live" clId="Web-{00000000-0000-0000-0000-000000000000}" dt="2026-09-16T18:03:44.301" v="1223"/>
          <ac:spMkLst>
            <pc:docMk/>
            <pc:sldMk cId="2032663401" sldId="259"/>
            <ac:spMk id="13" creationId="{CC006D42-5777-7B19-1D0A-16DAF655009D}"/>
          </ac:spMkLst>
        </pc:spChg>
        <pc:spChg chg="add del">
          <ac:chgData name="mónika pásti" userId="d8c7c53a65482ef4" providerId="Windows Live" clId="Web-{00000000-0000-0000-0000-000000000000}" dt="2026-09-16T18:04:04.786" v="1225"/>
          <ac:spMkLst>
            <pc:docMk/>
            <pc:sldMk cId="2032663401" sldId="259"/>
            <ac:spMk id="14" creationId="{6CAD4C96-C327-953C-71B3-8ADA715D3885}"/>
          </ac:spMkLst>
        </pc:spChg>
        <pc:spChg chg="add">
          <ac:chgData name="mónika pásti" userId="d8c7c53a65482ef4" providerId="Windows Live" clId="Web-{00000000-0000-0000-0000-000000000000}" dt="2026-09-16T18:05:05.788" v="1228"/>
          <ac:spMkLst>
            <pc:docMk/>
            <pc:sldMk cId="2032663401" sldId="259"/>
            <ac:spMk id="15" creationId="{38266D62-4006-E0C3-7410-B48351A3D367}"/>
          </ac:spMkLst>
        </pc:spChg>
        <pc:spChg chg="add">
          <ac:chgData name="mónika pásti" userId="d8c7c53a65482ef4" providerId="Windows Live" clId="Web-{00000000-0000-0000-0000-000000000000}" dt="2026-09-16T18:05:05.928" v="1229"/>
          <ac:spMkLst>
            <pc:docMk/>
            <pc:sldMk cId="2032663401" sldId="259"/>
            <ac:spMk id="16" creationId="{E1AC3D26-D0B5-316B-51B0-29636E3F4EBE}"/>
          </ac:spMkLst>
        </pc:spChg>
        <pc:spChg chg="add">
          <ac:chgData name="mónika pásti" userId="d8c7c53a65482ef4" providerId="Windows Live" clId="Web-{00000000-0000-0000-0000-000000000000}" dt="2026-09-16T18:05:05.960" v="1230"/>
          <ac:spMkLst>
            <pc:docMk/>
            <pc:sldMk cId="2032663401" sldId="259"/>
            <ac:spMk id="17" creationId="{9A50A171-B0BC-831D-70C8-DC7A6C2A4376}"/>
          </ac:spMkLst>
        </pc:spChg>
        <pc:spChg chg="add del mod">
          <ac:chgData name="mónika pásti" userId="d8c7c53a65482ef4" providerId="Windows Live" clId="Web-{00000000-0000-0000-0000-000000000000}" dt="2026-09-16T18:30:25.709" v="1868"/>
          <ac:spMkLst>
            <pc:docMk/>
            <pc:sldMk cId="2032663401" sldId="259"/>
            <ac:spMk id="18" creationId="{355695A6-6892-BD6B-A7B7-B223AE2FB724}"/>
          </ac:spMkLst>
        </pc:spChg>
        <pc:spChg chg="add del mod">
          <ac:chgData name="mónika pásti" userId="d8c7c53a65482ef4" providerId="Windows Live" clId="Web-{00000000-0000-0000-0000-000000000000}" dt="2026-09-16T18:05:26.210" v="1233"/>
          <ac:spMkLst>
            <pc:docMk/>
            <pc:sldMk cId="2032663401" sldId="259"/>
            <ac:spMk id="18" creationId="{9B428BCE-BFCC-9118-0F6A-E77ACA77E6CD}"/>
          </ac:spMkLst>
        </pc:spChg>
        <pc:spChg chg="add del mod">
          <ac:chgData name="mónika pásti" userId="d8c7c53a65482ef4" providerId="Windows Live" clId="Web-{00000000-0000-0000-0000-000000000000}" dt="2026-09-16T18:32:48.461" v="1882"/>
          <ac:spMkLst>
            <pc:docMk/>
            <pc:sldMk cId="2032663401" sldId="259"/>
            <ac:spMk id="19" creationId="{8AC44B98-4C7F-0CC6-6CDA-F8628AB1C62D}"/>
          </ac:spMkLst>
        </pc:spChg>
        <pc:spChg chg="add del">
          <ac:chgData name="mónika pásti" userId="d8c7c53a65482ef4" providerId="Windows Live" clId="Web-{00000000-0000-0000-0000-000000000000}" dt="2026-09-16T18:05:26.273" v="1235"/>
          <ac:spMkLst>
            <pc:docMk/>
            <pc:sldMk cId="2032663401" sldId="259"/>
            <ac:spMk id="19" creationId="{F961CDFA-0E32-45DF-C7B5-D132923DA201}"/>
          </ac:spMkLst>
        </pc:spChg>
        <pc:spChg chg="add del">
          <ac:chgData name="mónika pásti" userId="d8c7c53a65482ef4" providerId="Windows Live" clId="Web-{00000000-0000-0000-0000-000000000000}" dt="2026-09-16T18:05:46.602" v="1237"/>
          <ac:spMkLst>
            <pc:docMk/>
            <pc:sldMk cId="2032663401" sldId="259"/>
            <ac:spMk id="20" creationId="{BF583C78-AAC4-486B-645D-8A50835D5C75}"/>
          </ac:spMkLst>
        </pc:spChg>
        <pc:spChg chg="add mod">
          <ac:chgData name="mónika pásti" userId="d8c7c53a65482ef4" providerId="Windows Live" clId="Web-{00000000-0000-0000-0000-000000000000}" dt="2026-09-16T18:43:23.655" v="1902" actId="20577"/>
          <ac:spMkLst>
            <pc:docMk/>
            <pc:sldMk cId="2032663401" sldId="259"/>
            <ac:spMk id="21" creationId="{EA609FC5-0E66-4C0F-8D9D-F37CADC88421}"/>
          </ac:spMkLst>
        </pc:spChg>
        <pc:picChg chg="add del mod">
          <ac:chgData name="mónika pásti" userId="d8c7c53a65482ef4" providerId="Windows Live" clId="Web-{00000000-0000-0000-0000-000000000000}" dt="2026-09-16T17:55:19.158" v="1162"/>
          <ac:picMkLst>
            <pc:docMk/>
            <pc:sldMk cId="2032663401" sldId="259"/>
            <ac:picMk id="3" creationId="{9C5688F7-45F9-C3D6-40F7-143EDE8C868A}"/>
          </ac:picMkLst>
        </pc:picChg>
        <pc:picChg chg="add del mod">
          <ac:chgData name="mónika pásti" userId="d8c7c53a65482ef4" providerId="Windows Live" clId="Web-{00000000-0000-0000-0000-000000000000}" dt="2026-09-16T18:02:22.266" v="1210"/>
          <ac:picMkLst>
            <pc:docMk/>
            <pc:sldMk cId="2032663401" sldId="259"/>
            <ac:picMk id="4" creationId="{9EE7BAC4-296F-71F6-E402-7C978E9DE61E}"/>
          </ac:picMkLst>
        </pc:picChg>
        <pc:picChg chg="add mod">
          <ac:chgData name="mónika pásti" userId="d8c7c53a65482ef4" providerId="Windows Live" clId="Web-{00000000-0000-0000-0000-000000000000}" dt="2026-09-16T18:12:33.213" v="1287" actId="1076"/>
          <ac:picMkLst>
            <pc:docMk/>
            <pc:sldMk cId="2032663401" sldId="259"/>
            <ac:picMk id="4" creationId="{9F5054F6-B64B-272B-F384-3D9301604F96}"/>
          </ac:picMkLst>
        </pc:picChg>
        <pc:picChg chg="add del mod">
          <ac:chgData name="mónika pásti" userId="d8c7c53a65482ef4" providerId="Windows Live" clId="Web-{00000000-0000-0000-0000-000000000000}" dt="2026-09-16T17:53:34.983" v="1141"/>
          <ac:picMkLst>
            <pc:docMk/>
            <pc:sldMk cId="2032663401" sldId="259"/>
            <ac:picMk id="5" creationId="{832265DF-F2FD-80F1-FAFE-5176157AD248}"/>
          </ac:picMkLst>
        </pc:picChg>
        <pc:picChg chg="add del mod">
          <ac:chgData name="mónika pásti" userId="d8c7c53a65482ef4" providerId="Windows Live" clId="Web-{00000000-0000-0000-0000-000000000000}" dt="2026-09-16T18:12:00.869" v="1277"/>
          <ac:picMkLst>
            <pc:docMk/>
            <pc:sldMk cId="2032663401" sldId="259"/>
            <ac:picMk id="5" creationId="{CAC86A08-ED41-2515-53B9-092BF9237286}"/>
          </ac:picMkLst>
        </pc:picChg>
        <pc:picChg chg="add mod">
          <ac:chgData name="mónika pásti" userId="d8c7c53a65482ef4" providerId="Windows Live" clId="Web-{00000000-0000-0000-0000-000000000000}" dt="2026-09-16T18:00:40.810" v="1199" actId="1076"/>
          <ac:picMkLst>
            <pc:docMk/>
            <pc:sldMk cId="2032663401" sldId="259"/>
            <ac:picMk id="6" creationId="{08496C65-02BA-4647-D579-9DC03B321456}"/>
          </ac:picMkLst>
        </pc:picChg>
        <pc:picChg chg="add del mod">
          <ac:chgData name="mónika pásti" userId="d8c7c53a65482ef4" providerId="Windows Live" clId="Web-{00000000-0000-0000-0000-000000000000}" dt="2026-09-16T18:12:15.588" v="1283"/>
          <ac:picMkLst>
            <pc:docMk/>
            <pc:sldMk cId="2032663401" sldId="259"/>
            <ac:picMk id="7" creationId="{33551239-A349-32C2-2AC8-531520006B94}"/>
          </ac:picMkLst>
        </pc:picChg>
        <pc:picChg chg="add del mod">
          <ac:chgData name="mónika pásti" userId="d8c7c53a65482ef4" providerId="Windows Live" clId="Web-{00000000-0000-0000-0000-000000000000}" dt="2026-09-16T17:56:51.708" v="1165"/>
          <ac:picMkLst>
            <pc:docMk/>
            <pc:sldMk cId="2032663401" sldId="259"/>
            <ac:picMk id="7" creationId="{60D289E1-92A3-8A89-2F32-C58A2DEEA20F}"/>
          </ac:picMkLst>
        </pc:picChg>
        <pc:picChg chg="add del mod">
          <ac:chgData name="mónika pásti" userId="d8c7c53a65482ef4" providerId="Windows Live" clId="Web-{00000000-0000-0000-0000-000000000000}" dt="2026-09-16T18:11:41.259" v="1268"/>
          <ac:picMkLst>
            <pc:docMk/>
            <pc:sldMk cId="2032663401" sldId="259"/>
            <ac:picMk id="8" creationId="{EEAAB816-CBA2-B41E-A20C-392FBEED5F4B}"/>
          </ac:picMkLst>
        </pc:picChg>
        <pc:picChg chg="add del mod">
          <ac:chgData name="mónika pásti" userId="d8c7c53a65482ef4" providerId="Windows Live" clId="Web-{00000000-0000-0000-0000-000000000000}" dt="2026-09-16T18:08:24.663" v="1254"/>
          <ac:picMkLst>
            <pc:docMk/>
            <pc:sldMk cId="2032663401" sldId="259"/>
            <ac:picMk id="11" creationId="{E1664ED1-C081-5681-CD22-356DB28C3EC2}"/>
          </ac:picMkLst>
        </pc:picChg>
        <pc:picChg chg="add mod">
          <ac:chgData name="mónika pásti" userId="d8c7c53a65482ef4" providerId="Windows Live" clId="Web-{00000000-0000-0000-0000-000000000000}" dt="2026-09-16T18:12:21.103" v="1285" actId="1076"/>
          <ac:picMkLst>
            <pc:docMk/>
            <pc:sldMk cId="2032663401" sldId="259"/>
            <ac:picMk id="12" creationId="{CC34AAB3-A79C-D368-5D6A-4715564D66E4}"/>
          </ac:picMkLst>
        </pc:picChg>
        <pc:picChg chg="add del mod">
          <ac:chgData name="mónika pásti" userId="d8c7c53a65482ef4" providerId="Windows Live" clId="Web-{00000000-0000-0000-0000-000000000000}" dt="2026-09-16T18:30:09.803" v="1862"/>
          <ac:picMkLst>
            <pc:docMk/>
            <pc:sldMk cId="2032663401" sldId="259"/>
            <ac:picMk id="14" creationId="{149E52B9-61E9-82F6-3E80-38FCBA67605F}"/>
          </ac:picMkLst>
        </pc:picChg>
      </pc:sldChg>
      <pc:sldChg chg="new del">
        <pc:chgData name="mónika pásti" userId="d8c7c53a65482ef4" providerId="Windows Live" clId="Web-{00000000-0000-0000-0000-000000000000}" dt="2026-09-16T17:01:04.936" v="416"/>
        <pc:sldMkLst>
          <pc:docMk/>
          <pc:sldMk cId="3016836865" sldId="259"/>
        </pc:sldMkLst>
      </pc:sldChg>
      <pc:sldChg chg="modSp">
        <pc:chgData name="mónika pásti" userId="d8c7c53a65482ef4" providerId="Windows Live" clId="Web-{00000000-0000-0000-0000-000000000000}" dt="2026-09-17T20:35:35.935" v="1985" actId="1076"/>
        <pc:sldMkLst>
          <pc:docMk/>
          <pc:sldMk cId="1260884677" sldId="260"/>
        </pc:sldMkLst>
        <pc:spChg chg="mod">
          <ac:chgData name="mónika pásti" userId="d8c7c53a65482ef4" providerId="Windows Live" clId="Web-{00000000-0000-0000-0000-000000000000}" dt="2026-09-17T20:35:35.935" v="1985" actId="1076"/>
          <ac:spMkLst>
            <pc:docMk/>
            <pc:sldMk cId="1260884677" sldId="260"/>
            <ac:spMk id="2" creationId="{02F7EE3F-43A6-78FF-B590-783DDC0834EC}"/>
          </ac:spMkLst>
        </pc:spChg>
        <pc:spChg chg="mod">
          <ac:chgData name="mónika pásti" userId="d8c7c53a65482ef4" providerId="Windows Live" clId="Web-{00000000-0000-0000-0000-000000000000}" dt="2026-09-17T20:26:24.866" v="1984" actId="20577"/>
          <ac:spMkLst>
            <pc:docMk/>
            <pc:sldMk cId="1260884677" sldId="260"/>
            <ac:spMk id="12" creationId="{AA251F73-6F6F-5B4E-DBDF-DEB90628683B}"/>
          </ac:spMkLst>
        </pc:spChg>
      </pc:sldChg>
      <pc:sldChg chg="addSp delSp modSp new">
        <pc:chgData name="mónika pásti" userId="d8c7c53a65482ef4" providerId="Windows Live" clId="Web-{00000000-0000-0000-0000-000000000000}" dt="2026-09-17T18:31:13.955" v="1978" actId="20577"/>
        <pc:sldMkLst>
          <pc:docMk/>
          <pc:sldMk cId="2667930078" sldId="261"/>
        </pc:sldMkLst>
        <pc:spChg chg="add mod">
          <ac:chgData name="mónika pásti" userId="d8c7c53a65482ef4" providerId="Windows Live" clId="Web-{00000000-0000-0000-0000-000000000000}" dt="2026-09-17T18:31:13.955" v="1978" actId="20577"/>
          <ac:spMkLst>
            <pc:docMk/>
            <pc:sldMk cId="2667930078" sldId="261"/>
            <ac:spMk id="2" creationId="{5FF1CDDC-E9BC-B8AC-53C2-5E925CE0C8BB}"/>
          </ac:spMkLst>
        </pc:spChg>
        <pc:spChg chg="add">
          <ac:chgData name="mónika pásti" userId="d8c7c53a65482ef4" providerId="Windows Live" clId="Web-{00000000-0000-0000-0000-000000000000}" dt="2026-09-17T18:27:48.095" v="1972"/>
          <ac:spMkLst>
            <pc:docMk/>
            <pc:sldMk cId="2667930078" sldId="261"/>
            <ac:spMk id="5" creationId="{CD7720AF-686C-8EB3-4607-7E9381DDF093}"/>
          </ac:spMkLst>
        </pc:spChg>
        <pc:picChg chg="add del mod">
          <ac:chgData name="mónika pásti" userId="d8c7c53a65482ef4" providerId="Windows Live" clId="Web-{00000000-0000-0000-0000-000000000000}" dt="2026-09-17T18:27:18.173" v="1969"/>
          <ac:picMkLst>
            <pc:docMk/>
            <pc:sldMk cId="2667930078" sldId="261"/>
            <ac:picMk id="3" creationId="{61D974A5-AAF8-8BE2-88ED-EA86DE892864}"/>
          </ac:picMkLst>
        </pc:picChg>
      </pc:sldChg>
      <pc:sldMasterChg chg="modTransition modSldLayout">
        <pc:chgData name="mónika pásti" userId="d8c7c53a65482ef4" providerId="Windows Live" clId="Web-{00000000-0000-0000-0000-000000000000}" dt="2026-09-16T18:38:33.512" v="1895"/>
        <pc:sldMasterMkLst>
          <pc:docMk/>
          <pc:sldMasterMk cId="0" sldId="2147483648"/>
        </pc:sldMasterMkLst>
        <pc:sldLayoutChg chg="modTransition">
          <pc:chgData name="mónika pásti" userId="d8c7c53a65482ef4" providerId="Windows Live" clId="Web-{00000000-0000-0000-0000-000000000000}" dt="2026-09-16T18:38:33.512" v="1895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mónika pásti" userId="d8c7c53a65482ef4" providerId="Windows Live" clId="Web-{00000000-0000-0000-0000-000000000000}" dt="2026-09-16T18:38:33.512" v="1895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mónika pásti" userId="d8c7c53a65482ef4" providerId="Windows Live" clId="Web-{00000000-0000-0000-0000-000000000000}" dt="2026-09-16T18:38:33.512" v="1895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mónika pásti" userId="d8c7c53a65482ef4" providerId="Windows Live" clId="Web-{00000000-0000-0000-0000-000000000000}" dt="2026-09-16T18:38:33.512" v="1895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mónika pásti" userId="d8c7c53a65482ef4" providerId="Windows Live" clId="Web-{00000000-0000-0000-0000-000000000000}" dt="2026-09-16T18:38:33.512" v="1895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mónika pásti" userId="d8c7c53a65482ef4" providerId="Windows Live" clId="Web-{00000000-0000-0000-0000-000000000000}" dt="2026-09-16T18:38:33.512" v="1895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mónika pásti" userId="d8c7c53a65482ef4" providerId="Windows Live" clId="Web-{00000000-0000-0000-0000-000000000000}" dt="2026-09-16T18:38:33.512" v="1895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mónika pásti" userId="d8c7c53a65482ef4" providerId="Windows Live" clId="Web-{00000000-0000-0000-0000-000000000000}" dt="2026-09-16T18:38:33.512" v="1895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mónika pásti" userId="d8c7c53a65482ef4" providerId="Windows Live" clId="Web-{00000000-0000-0000-0000-000000000000}" dt="2026-09-16T18:38:33.512" v="1895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mónika pásti" userId="d8c7c53a65482ef4" providerId="Windows Live" clId="Web-{00000000-0000-0000-0000-000000000000}" dt="2026-09-16T18:38:33.512" v="1895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mónika pásti" userId="d8c7c53a65482ef4" providerId="Windows Live" clId="Web-{00000000-0000-0000-0000-000000000000}" dt="2026-09-16T18:38:33.512" v="1895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mónika pásti" userId="d8c7c53a65482ef4" providerId="Windows Live" clId="Web-{64974381-00DE-067D-047C-F729A141503B}"/>
    <pc:docChg chg="addSld delSld modSld">
      <pc:chgData name="mónika pásti" userId="d8c7c53a65482ef4" providerId="Windows Live" clId="Web-{64974381-00DE-067D-047C-F729A141503B}" dt="2026-09-17T18:13:17.322" v="204" actId="1076"/>
      <pc:docMkLst>
        <pc:docMk/>
      </pc:docMkLst>
      <pc:sldChg chg="modSp">
        <pc:chgData name="mónika pásti" userId="d8c7c53a65482ef4" providerId="Windows Live" clId="Web-{64974381-00DE-067D-047C-F729A141503B}" dt="2026-09-17T17:53:00.687" v="68" actId="20577"/>
        <pc:sldMkLst>
          <pc:docMk/>
          <pc:sldMk cId="876230975" sldId="257"/>
        </pc:sldMkLst>
        <pc:spChg chg="mod">
          <ac:chgData name="mónika pásti" userId="d8c7c53a65482ef4" providerId="Windows Live" clId="Web-{64974381-00DE-067D-047C-F729A141503B}" dt="2026-09-17T17:53:00.687" v="68" actId="20577"/>
          <ac:spMkLst>
            <pc:docMk/>
            <pc:sldMk cId="876230975" sldId="257"/>
            <ac:spMk id="6" creationId="{072D7B4D-4A00-E6D0-4A4B-C692496A82E3}"/>
          </ac:spMkLst>
        </pc:spChg>
      </pc:sldChg>
      <pc:sldChg chg="modSp">
        <pc:chgData name="mónika pásti" userId="d8c7c53a65482ef4" providerId="Windows Live" clId="Web-{64974381-00DE-067D-047C-F729A141503B}" dt="2026-09-17T17:57:46.335" v="110" actId="1076"/>
        <pc:sldMkLst>
          <pc:docMk/>
          <pc:sldMk cId="4226615649" sldId="258"/>
        </pc:sldMkLst>
        <pc:spChg chg="mod">
          <ac:chgData name="mónika pásti" userId="d8c7c53a65482ef4" providerId="Windows Live" clId="Web-{64974381-00DE-067D-047C-F729A141503B}" dt="2026-09-17T17:57:46.335" v="110" actId="1076"/>
          <ac:spMkLst>
            <pc:docMk/>
            <pc:sldMk cId="4226615649" sldId="258"/>
            <ac:spMk id="2" creationId="{1A1768BB-81FD-FFE2-545D-10C8FA88913C}"/>
          </ac:spMkLst>
        </pc:spChg>
        <pc:spChg chg="mod">
          <ac:chgData name="mónika pásti" userId="d8c7c53a65482ef4" providerId="Windows Live" clId="Web-{64974381-00DE-067D-047C-F729A141503B}" dt="2026-09-17T17:50:07.464" v="41" actId="1076"/>
          <ac:spMkLst>
            <pc:docMk/>
            <pc:sldMk cId="4226615649" sldId="258"/>
            <ac:spMk id="6" creationId="{BA19FC67-7195-9EAD-B9B6-35242C5F85E3}"/>
          </ac:spMkLst>
        </pc:spChg>
      </pc:sldChg>
      <pc:sldChg chg="addSp delSp modSp">
        <pc:chgData name="mónika pásti" userId="d8c7c53a65482ef4" providerId="Windows Live" clId="Web-{64974381-00DE-067D-047C-F729A141503B}" dt="2026-09-17T18:06:02.581" v="169" actId="1076"/>
        <pc:sldMkLst>
          <pc:docMk/>
          <pc:sldMk cId="2032663401" sldId="259"/>
        </pc:sldMkLst>
        <pc:spChg chg="mod">
          <ac:chgData name="mónika pásti" userId="d8c7c53a65482ef4" providerId="Windows Live" clId="Web-{64974381-00DE-067D-047C-F729A141503B}" dt="2026-09-17T17:57:58.366" v="113" actId="1076"/>
          <ac:spMkLst>
            <pc:docMk/>
            <pc:sldMk cId="2032663401" sldId="259"/>
            <ac:spMk id="2" creationId="{60D1835F-ECB3-353D-A38B-3F5661364E75}"/>
          </ac:spMkLst>
        </pc:spChg>
        <pc:spChg chg="mod">
          <ac:chgData name="mónika pásti" userId="d8c7c53a65482ef4" providerId="Windows Live" clId="Web-{64974381-00DE-067D-047C-F729A141503B}" dt="2026-09-17T17:50:59.699" v="61" actId="1076"/>
          <ac:spMkLst>
            <pc:docMk/>
            <pc:sldMk cId="2032663401" sldId="259"/>
            <ac:spMk id="3" creationId="{AF030C1F-6C52-F7CD-DC14-CF025FAFC970}"/>
          </ac:spMkLst>
        </pc:spChg>
        <pc:spChg chg="mod">
          <ac:chgData name="mónika pásti" userId="d8c7c53a65482ef4" providerId="Windows Live" clId="Web-{64974381-00DE-067D-047C-F729A141503B}" dt="2026-09-17T17:42:15.575" v="26" actId="1076"/>
          <ac:spMkLst>
            <pc:docMk/>
            <pc:sldMk cId="2032663401" sldId="259"/>
            <ac:spMk id="9" creationId="{095F2F6E-3DA4-2BD8-1E51-3ABB3818F55D}"/>
          </ac:spMkLst>
        </pc:spChg>
        <pc:spChg chg="del">
          <ac:chgData name="mónika pásti" userId="d8c7c53a65482ef4" providerId="Windows Live" clId="Web-{64974381-00DE-067D-047C-F729A141503B}" dt="2026-09-17T17:42:03.449" v="23"/>
          <ac:spMkLst>
            <pc:docMk/>
            <pc:sldMk cId="2032663401" sldId="259"/>
            <ac:spMk id="10" creationId="{495C1AFB-4E4A-BB5D-7AE1-3650DA6B8CCE}"/>
          </ac:spMkLst>
        </pc:spChg>
        <pc:picChg chg="mod">
          <ac:chgData name="mónika pásti" userId="d8c7c53a65482ef4" providerId="Windows Live" clId="Web-{64974381-00DE-067D-047C-F729A141503B}" dt="2026-09-17T17:42:13.137" v="25" actId="1076"/>
          <ac:picMkLst>
            <pc:docMk/>
            <pc:sldMk cId="2032663401" sldId="259"/>
            <ac:picMk id="4" creationId="{9F5054F6-B64B-272B-F384-3D9301604F96}"/>
          </ac:picMkLst>
        </pc:picChg>
        <pc:picChg chg="add del mod">
          <ac:chgData name="mónika pásti" userId="d8c7c53a65482ef4" providerId="Windows Live" clId="Web-{64974381-00DE-067D-047C-F729A141503B}" dt="2026-09-17T18:05:20.455" v="162"/>
          <ac:picMkLst>
            <pc:docMk/>
            <pc:sldMk cId="2032663401" sldId="259"/>
            <ac:picMk id="5" creationId="{6741D0F4-F078-8161-22DF-8F8A886B1B22}"/>
          </ac:picMkLst>
        </pc:picChg>
        <pc:picChg chg="del mod">
          <ac:chgData name="mónika pásti" userId="d8c7c53a65482ef4" providerId="Windows Live" clId="Web-{64974381-00DE-067D-047C-F729A141503B}" dt="2026-09-17T17:42:24.325" v="28"/>
          <ac:picMkLst>
            <pc:docMk/>
            <pc:sldMk cId="2032663401" sldId="259"/>
            <ac:picMk id="6" creationId="{08496C65-02BA-4647-D579-9DC03B321456}"/>
          </ac:picMkLst>
        </pc:picChg>
        <pc:picChg chg="add mod">
          <ac:chgData name="mónika pásti" userId="d8c7c53a65482ef4" providerId="Windows Live" clId="Web-{64974381-00DE-067D-047C-F729A141503B}" dt="2026-09-17T18:06:02.581" v="169" actId="1076"/>
          <ac:picMkLst>
            <pc:docMk/>
            <pc:sldMk cId="2032663401" sldId="259"/>
            <ac:picMk id="7" creationId="{21C39B95-28DA-6AC3-60DB-05879AD14BD4}"/>
          </ac:picMkLst>
        </pc:picChg>
        <pc:picChg chg="del">
          <ac:chgData name="mónika pásti" userId="d8c7c53a65482ef4" providerId="Windows Live" clId="Web-{64974381-00DE-067D-047C-F729A141503B}" dt="2026-09-17T18:05:11.565" v="159"/>
          <ac:picMkLst>
            <pc:docMk/>
            <pc:sldMk cId="2032663401" sldId="259"/>
            <ac:picMk id="12" creationId="{CC34AAB3-A79C-D368-5D6A-4715564D66E4}"/>
          </ac:picMkLst>
        </pc:picChg>
      </pc:sldChg>
      <pc:sldChg chg="new del">
        <pc:chgData name="mónika pásti" userId="d8c7c53a65482ef4" providerId="Windows Live" clId="Web-{64974381-00DE-067D-047C-F729A141503B}" dt="2026-09-17T17:40:32.914" v="3"/>
        <pc:sldMkLst>
          <pc:docMk/>
          <pc:sldMk cId="177860825" sldId="260"/>
        </pc:sldMkLst>
      </pc:sldChg>
      <pc:sldChg chg="addSp delSp modSp new">
        <pc:chgData name="mónika pásti" userId="d8c7c53a65482ef4" providerId="Windows Live" clId="Web-{64974381-00DE-067D-047C-F729A141503B}" dt="2026-09-17T18:13:17.322" v="204" actId="1076"/>
        <pc:sldMkLst>
          <pc:docMk/>
          <pc:sldMk cId="1260884677" sldId="260"/>
        </pc:sldMkLst>
        <pc:spChg chg="mod">
          <ac:chgData name="mónika pásti" userId="d8c7c53a65482ef4" providerId="Windows Live" clId="Web-{64974381-00DE-067D-047C-F729A141503B}" dt="2026-09-17T17:58:52.416" v="123" actId="14100"/>
          <ac:spMkLst>
            <pc:docMk/>
            <pc:sldMk cId="1260884677" sldId="260"/>
            <ac:spMk id="2" creationId="{02F7EE3F-43A6-78FF-B590-783DDC0834EC}"/>
          </ac:spMkLst>
        </pc:spChg>
        <pc:spChg chg="del mod">
          <ac:chgData name="mónika pásti" userId="d8c7c53a65482ef4" providerId="Windows Live" clId="Web-{64974381-00DE-067D-047C-F729A141503B}" dt="2026-09-17T17:41:15.916" v="6"/>
          <ac:spMkLst>
            <pc:docMk/>
            <pc:sldMk cId="1260884677" sldId="260"/>
            <ac:spMk id="3" creationId="{B28CD179-363E-1384-37FB-4F9E8ED87C40}"/>
          </ac:spMkLst>
        </pc:spChg>
        <pc:spChg chg="del mod">
          <ac:chgData name="mónika pásti" userId="d8c7c53a65482ef4" providerId="Windows Live" clId="Web-{64974381-00DE-067D-047C-F729A141503B}" dt="2026-09-17T17:42:26.559" v="29"/>
          <ac:spMkLst>
            <pc:docMk/>
            <pc:sldMk cId="1260884677" sldId="260"/>
            <ac:spMk id="4" creationId="{D5A8E9BF-440D-DDC1-280B-415FF88239C8}"/>
          </ac:spMkLst>
        </pc:spChg>
        <pc:spChg chg="add mod">
          <ac:chgData name="mónika pásti" userId="d8c7c53a65482ef4" providerId="Windows Live" clId="Web-{64974381-00DE-067D-047C-F729A141503B}" dt="2026-09-17T18:13:17.322" v="204" actId="1076"/>
          <ac:spMkLst>
            <pc:docMk/>
            <pc:sldMk cId="1260884677" sldId="260"/>
            <ac:spMk id="8" creationId="{E1D54127-F662-029E-FA49-8B22F4BDDA4F}"/>
          </ac:spMkLst>
        </pc:spChg>
        <pc:spChg chg="add del mod">
          <ac:chgData name="mónika pásti" userId="d8c7c53a65482ef4" providerId="Windows Live" clId="Web-{64974381-00DE-067D-047C-F729A141503B}" dt="2026-09-17T17:56:00.485" v="97"/>
          <ac:spMkLst>
            <pc:docMk/>
            <pc:sldMk cId="1260884677" sldId="260"/>
            <ac:spMk id="9" creationId="{31A338FF-C082-EA37-F66F-03EE5310461B}"/>
          </ac:spMkLst>
        </pc:spChg>
        <pc:spChg chg="add del mod">
          <ac:chgData name="mónika pásti" userId="d8c7c53a65482ef4" providerId="Windows Live" clId="Web-{64974381-00DE-067D-047C-F729A141503B}" dt="2026-09-17T17:56:32.581" v="102"/>
          <ac:spMkLst>
            <pc:docMk/>
            <pc:sldMk cId="1260884677" sldId="260"/>
            <ac:spMk id="10" creationId="{B03D568D-1716-92A1-A2D8-B0DFA01F649D}"/>
          </ac:spMkLst>
        </pc:spChg>
        <pc:spChg chg="add">
          <ac:chgData name="mónika pásti" userId="d8c7c53a65482ef4" providerId="Windows Live" clId="Web-{64974381-00DE-067D-047C-F729A141503B}" dt="2026-09-17T17:56:41.097" v="103"/>
          <ac:spMkLst>
            <pc:docMk/>
            <pc:sldMk cId="1260884677" sldId="260"/>
            <ac:spMk id="12" creationId="{AA251F73-6F6F-5B4E-DBDF-DEB90628683B}"/>
          </ac:spMkLst>
        </pc:spChg>
        <pc:spChg chg="add mod">
          <ac:chgData name="mónika pásti" userId="d8c7c53a65482ef4" providerId="Windows Live" clId="Web-{64974381-00DE-067D-047C-F729A141503B}" dt="2026-09-17T18:12:00.160" v="203" actId="1076"/>
          <ac:spMkLst>
            <pc:docMk/>
            <pc:sldMk cId="1260884677" sldId="260"/>
            <ac:spMk id="13" creationId="{1E7A8BA5-85B3-0780-B718-476540C065D7}"/>
          </ac:spMkLst>
        </pc:spChg>
        <pc:spChg chg="add del mod">
          <ac:chgData name="mónika pásti" userId="d8c7c53a65482ef4" providerId="Windows Live" clId="Web-{64974381-00DE-067D-047C-F729A141503B}" dt="2026-09-17T18:09:48.678" v="191"/>
          <ac:spMkLst>
            <pc:docMk/>
            <pc:sldMk cId="1260884677" sldId="260"/>
            <ac:spMk id="16" creationId="{7B90875E-0F00-0EC1-456B-FB6B702E5252}"/>
          </ac:spMkLst>
        </pc:spChg>
        <pc:picChg chg="add del mod ord modCrop">
          <ac:chgData name="mónika pásti" userId="d8c7c53a65482ef4" providerId="Windows Live" clId="Web-{64974381-00DE-067D-047C-F729A141503B}" dt="2026-09-17T18:09:38.364" v="189"/>
          <ac:picMkLst>
            <pc:docMk/>
            <pc:sldMk cId="1260884677" sldId="260"/>
            <ac:picMk id="5" creationId="{E43049D1-1FD4-8028-35FC-03EBD8564FCA}"/>
          </ac:picMkLst>
        </pc:picChg>
        <pc:picChg chg="add del mod">
          <ac:chgData name="mónika pásti" userId="d8c7c53a65482ef4" providerId="Windows Live" clId="Web-{64974381-00DE-067D-047C-F729A141503B}" dt="2026-09-17T18:06:36.816" v="170"/>
          <ac:picMkLst>
            <pc:docMk/>
            <pc:sldMk cId="1260884677" sldId="260"/>
            <ac:picMk id="7" creationId="{F10FAC43-FD6D-F1B4-7B33-4B0AB207D828}"/>
          </ac:picMkLst>
        </pc:picChg>
        <pc:picChg chg="add mod">
          <ac:chgData name="mónika pásti" userId="d8c7c53a65482ef4" providerId="Windows Live" clId="Web-{64974381-00DE-067D-047C-F729A141503B}" dt="2026-09-17T18:11:57.722" v="202" actId="1076"/>
          <ac:picMkLst>
            <pc:docMk/>
            <pc:sldMk cId="1260884677" sldId="260"/>
            <ac:picMk id="14" creationId="{6A94CB20-B722-7E19-450D-155CBCCD0403}"/>
          </ac:picMkLst>
        </pc:picChg>
        <pc:picChg chg="add del mod">
          <ac:chgData name="mónika pásti" userId="d8c7c53a65482ef4" providerId="Windows Live" clId="Web-{64974381-00DE-067D-047C-F729A141503B}" dt="2026-09-17T18:10:12.243" v="194"/>
          <ac:picMkLst>
            <pc:docMk/>
            <pc:sldMk cId="1260884677" sldId="260"/>
            <ac:picMk id="17" creationId="{4B2CAAD3-AE70-F0D5-5958-4079E7172F78}"/>
          </ac:picMkLst>
        </pc:picChg>
        <pc:picChg chg="add mod">
          <ac:chgData name="mónika pásti" userId="d8c7c53a65482ef4" providerId="Windows Live" clId="Web-{64974381-00DE-067D-047C-F729A141503B}" dt="2026-09-17T18:11:33.642" v="201" actId="1076"/>
          <ac:picMkLst>
            <pc:docMk/>
            <pc:sldMk cId="1260884677" sldId="260"/>
            <ac:picMk id="18" creationId="{0928FE36-495E-4BE1-9053-90C77D86D54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3530E8-2138-91A5-F192-FD9AD2AF3BA0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1817888" name="Picture 1831817887"/>
          <p:cNvPicPr/>
          <p:nvPr/>
        </p:nvPicPr>
        <p:blipFill rotWithShape="1">
          <a:blip r:embed="rId2"/>
          <a:stretch/>
        </p:blipFill>
        <p:spPr bwMode="auto">
          <a:xfrm>
            <a:off x="-3046" y="0"/>
            <a:ext cx="12198094" cy="6858000"/>
          </a:xfrm>
          <a:prstGeom prst="rect">
            <a:avLst/>
          </a:prstGeom>
        </p:spPr>
      </p:pic>
      <p:sp>
        <p:nvSpPr>
          <p:cNvPr id="36818258" name="Title 1"/>
          <p:cNvSpPr>
            <a:spLocks noGrp="1"/>
          </p:cNvSpPr>
          <p:nvPr>
            <p:ph type="ctrTitle"/>
          </p:nvPr>
        </p:nvSpPr>
        <p:spPr bwMode="auto">
          <a:xfrm>
            <a:off x="579780" y="3809998"/>
            <a:ext cx="9144000" cy="217252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  <a:lvl6pPr algn="l">
              <a:defRPr>
                <a:solidFill>
                  <a:schemeClr val="bg1"/>
                </a:solidFill>
              </a:defRPr>
            </a:lvl6pPr>
            <a:lvl7pPr algn="l">
              <a:defRPr>
                <a:solidFill>
                  <a:schemeClr val="bg1"/>
                </a:solidFill>
              </a:defRPr>
            </a:lvl7pPr>
            <a:lvl8pPr algn="l">
              <a:defRPr>
                <a:solidFill>
                  <a:schemeClr val="bg1"/>
                </a:solidFill>
              </a:defRPr>
            </a:lvl8pPr>
            <a:lvl9pPr algn="l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789754759" name="Subtitle 2"/>
          <p:cNvSpPr>
            <a:spLocks noGrp="1"/>
          </p:cNvSpPr>
          <p:nvPr>
            <p:ph type="subTitle" idx="1"/>
          </p:nvPr>
        </p:nvSpPr>
        <p:spPr bwMode="auto">
          <a:xfrm>
            <a:off x="579780" y="2146230"/>
            <a:ext cx="5903478" cy="1655760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l">
              <a:buNone/>
              <a:defRPr sz="2000">
                <a:solidFill>
                  <a:schemeClr val="bg1"/>
                </a:solidFill>
              </a:defRPr>
            </a:lvl2pPr>
            <a:lvl3pPr marL="914400" indent="0" algn="l">
              <a:buNone/>
              <a:defRPr sz="1800">
                <a:solidFill>
                  <a:schemeClr val="bg1"/>
                </a:solidFill>
              </a:defRPr>
            </a:lvl3pPr>
            <a:lvl4pPr marL="1371600" indent="0" algn="l">
              <a:buNone/>
              <a:defRPr sz="1600">
                <a:solidFill>
                  <a:schemeClr val="bg1"/>
                </a:solidFill>
              </a:defRPr>
            </a:lvl4pPr>
            <a:lvl5pPr marL="1828800" indent="0" algn="l">
              <a:buNone/>
              <a:defRPr sz="1600">
                <a:solidFill>
                  <a:schemeClr val="bg1"/>
                </a:solidFill>
              </a:defRPr>
            </a:lvl5pPr>
            <a:lvl6pPr marL="2286000" indent="0" algn="l">
              <a:buNone/>
              <a:defRPr sz="1600">
                <a:solidFill>
                  <a:schemeClr val="bg1"/>
                </a:solidFill>
              </a:defRPr>
            </a:lvl6pPr>
            <a:lvl7pPr marL="2743200" indent="0" algn="l">
              <a:buNone/>
              <a:defRPr sz="1600">
                <a:solidFill>
                  <a:schemeClr val="bg1"/>
                </a:solidFill>
              </a:defRPr>
            </a:lvl7pPr>
            <a:lvl8pPr marL="3200400" indent="0" algn="l">
              <a:buNone/>
              <a:defRPr sz="1600">
                <a:solidFill>
                  <a:schemeClr val="bg1"/>
                </a:solidFill>
              </a:defRPr>
            </a:lvl8pPr>
            <a:lvl9pPr marL="3657600" indent="0" algn="l">
              <a:buNone/>
              <a:defRPr sz="16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t>Click to edit Master subtitle style</a:t>
            </a:r>
          </a:p>
        </p:txBody>
      </p:sp>
      <p:sp>
        <p:nvSpPr>
          <p:cNvPr id="10996383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9/18/2026</a:t>
            </a:fld>
            <a:endParaRPr/>
          </a:p>
        </p:txBody>
      </p:sp>
      <p:sp>
        <p:nvSpPr>
          <p:cNvPr id="5571925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1559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4875309" name="Picture 2134875308"/>
          <p:cNvPicPr/>
          <p:nvPr/>
        </p:nvPicPr>
        <p:blipFill rotWithShape="1">
          <a:blip r:embed="rId2"/>
          <a:stretch/>
        </p:blipFill>
        <p:spPr bwMode="auto">
          <a:xfrm>
            <a:off x="-3046" y="0"/>
            <a:ext cx="12198094" cy="6858000"/>
          </a:xfrm>
          <a:prstGeom prst="rect">
            <a:avLst/>
          </a:prstGeom>
        </p:spPr>
      </p:pic>
      <p:sp>
        <p:nvSpPr>
          <p:cNvPr id="15200456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80335351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20043983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9/18/2026</a:t>
            </a:fld>
            <a:endParaRPr/>
          </a:p>
        </p:txBody>
      </p:sp>
      <p:sp>
        <p:nvSpPr>
          <p:cNvPr id="8358646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4766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90732" name="Picture 133290731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10966"/>
            <a:ext cx="12191998" cy="6836063"/>
          </a:xfrm>
          <a:prstGeom prst="rect">
            <a:avLst/>
          </a:prstGeom>
        </p:spPr>
      </p:pic>
      <p:sp>
        <p:nvSpPr>
          <p:cNvPr id="1251957167" name="Title 1"/>
          <p:cNvSpPr>
            <a:spLocks noGrp="1"/>
          </p:cNvSpPr>
          <p:nvPr>
            <p:ph type="title"/>
          </p:nvPr>
        </p:nvSpPr>
        <p:spPr bwMode="auto">
          <a:xfrm>
            <a:off x="579780" y="3801991"/>
            <a:ext cx="10458912" cy="156099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  <a:lvl2pPr>
              <a:defRPr sz="4400">
                <a:solidFill>
                  <a:schemeClr val="bg1"/>
                </a:solidFill>
              </a:defRPr>
            </a:lvl2pPr>
            <a:lvl3pPr>
              <a:defRPr sz="4400">
                <a:solidFill>
                  <a:schemeClr val="bg1"/>
                </a:solidFill>
              </a:defRPr>
            </a:lvl3pPr>
            <a:lvl4pPr>
              <a:defRPr sz="4400">
                <a:solidFill>
                  <a:schemeClr val="bg1"/>
                </a:solidFill>
              </a:defRPr>
            </a:lvl4pPr>
            <a:lvl5pPr>
              <a:defRPr sz="4400">
                <a:solidFill>
                  <a:schemeClr val="bg1"/>
                </a:solidFill>
              </a:defRPr>
            </a:lvl5pPr>
            <a:lvl6pPr>
              <a:defRPr sz="4400">
                <a:solidFill>
                  <a:schemeClr val="bg1"/>
                </a:solidFill>
              </a:defRPr>
            </a:lvl6pPr>
            <a:lvl7pPr>
              <a:defRPr sz="4400">
                <a:solidFill>
                  <a:schemeClr val="bg1"/>
                </a:solidFill>
              </a:defRPr>
            </a:lvl7pPr>
            <a:lvl8pPr>
              <a:defRPr sz="4400">
                <a:solidFill>
                  <a:schemeClr val="bg1"/>
                </a:solidFill>
              </a:defRPr>
            </a:lvl8pPr>
            <a:lvl9pPr>
              <a:defRPr sz="44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32139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79780" y="2301804"/>
            <a:ext cx="6586794" cy="1500185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  <a:lvl6pPr marL="2286000" indent="0">
              <a:buNone/>
              <a:defRPr sz="1600">
                <a:solidFill>
                  <a:schemeClr val="bg1"/>
                </a:solidFill>
              </a:defRPr>
            </a:lvl6pPr>
            <a:lvl7pPr marL="2743200" indent="0">
              <a:buNone/>
              <a:defRPr sz="1600">
                <a:solidFill>
                  <a:schemeClr val="bg1"/>
                </a:solidFill>
              </a:defRPr>
            </a:lvl7pPr>
            <a:lvl8pPr marL="3200400" indent="0">
              <a:buNone/>
              <a:defRPr sz="1600">
                <a:solidFill>
                  <a:schemeClr val="bg1"/>
                </a:solidFill>
              </a:defRPr>
            </a:lvl8pPr>
            <a:lvl9pPr marL="3657600" indent="0"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407906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9/18/2026</a:t>
            </a:fld>
            <a:endParaRPr/>
          </a:p>
        </p:txBody>
      </p:sp>
      <p:sp>
        <p:nvSpPr>
          <p:cNvPr id="1412007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624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9322363" name="Picture 869322362"/>
          <p:cNvPicPr/>
          <p:nvPr/>
        </p:nvPicPr>
        <p:blipFill rotWithShape="1">
          <a:blip r:embed="rId2"/>
          <a:stretch/>
        </p:blipFill>
        <p:spPr bwMode="auto">
          <a:xfrm>
            <a:off x="-3046" y="0"/>
            <a:ext cx="12198094" cy="6858000"/>
          </a:xfrm>
          <a:prstGeom prst="rect">
            <a:avLst/>
          </a:prstGeom>
        </p:spPr>
      </p:pic>
      <p:sp>
        <p:nvSpPr>
          <p:cNvPr id="14983466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80735737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579780" y="1825623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64476248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913780" y="1825623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141394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9/18/2026</a:t>
            </a:fld>
            <a:endParaRPr/>
          </a:p>
        </p:txBody>
      </p:sp>
      <p:sp>
        <p:nvSpPr>
          <p:cNvPr id="6841700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67065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9533995" name="Picture 1229533994"/>
          <p:cNvPicPr/>
          <p:nvPr/>
        </p:nvPicPr>
        <p:blipFill rotWithShape="1">
          <a:blip r:embed="rId2"/>
          <a:stretch/>
        </p:blipFill>
        <p:spPr bwMode="auto">
          <a:xfrm>
            <a:off x="0" y="0"/>
            <a:ext cx="12198094" cy="6858000"/>
          </a:xfrm>
          <a:prstGeom prst="rect">
            <a:avLst/>
          </a:prstGeom>
        </p:spPr>
      </p:pic>
      <p:sp>
        <p:nvSpPr>
          <p:cNvPr id="767832816" name="Title 1"/>
          <p:cNvSpPr>
            <a:spLocks noGrp="1"/>
          </p:cNvSpPr>
          <p:nvPr>
            <p:ph type="title"/>
          </p:nvPr>
        </p:nvSpPr>
        <p:spPr bwMode="auto">
          <a:xfrm>
            <a:off x="579780" y="365123"/>
            <a:ext cx="10515600" cy="1325562"/>
          </a:xfrm>
        </p:spPr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94032759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79780" y="1681161"/>
            <a:ext cx="5157786" cy="823911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  <a:lvl6pPr marL="2286000" indent="0">
              <a:buNone/>
              <a:defRPr sz="3000" b="1"/>
            </a:lvl6pPr>
            <a:lvl7pPr marL="2743200" indent="0">
              <a:buNone/>
              <a:defRPr sz="3000" b="1"/>
            </a:lvl7pPr>
            <a:lvl8pPr marL="3200400" indent="0">
              <a:buNone/>
              <a:defRPr sz="3000" b="1"/>
            </a:lvl8pPr>
            <a:lvl9pPr marL="3657600" indent="0">
              <a:buNone/>
              <a:defRPr sz="30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7751517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79780" y="2505072"/>
            <a:ext cx="5157786" cy="3684587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37903137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912192" y="1681161"/>
            <a:ext cx="5183187" cy="823911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  <a:lvl6pPr marL="2286000" indent="0">
              <a:buNone/>
              <a:defRPr sz="3000" b="1"/>
            </a:lvl6pPr>
            <a:lvl7pPr marL="2743200" indent="0">
              <a:buNone/>
              <a:defRPr sz="3000" b="1"/>
            </a:lvl7pPr>
            <a:lvl8pPr marL="3200400" indent="0">
              <a:buNone/>
              <a:defRPr sz="3000" b="1"/>
            </a:lvl8pPr>
            <a:lvl9pPr marL="3657600" indent="0">
              <a:buNone/>
              <a:defRPr sz="30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92807955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912192" y="2505072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5987717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9/18/2026</a:t>
            </a:fld>
            <a:endParaRPr/>
          </a:p>
        </p:txBody>
      </p:sp>
      <p:sp>
        <p:nvSpPr>
          <p:cNvPr id="70781572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16881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4653299" name="Picture 494653298"/>
          <p:cNvPicPr/>
          <p:nvPr/>
        </p:nvPicPr>
        <p:blipFill rotWithShape="1">
          <a:blip r:embed="rId2"/>
          <a:stretch/>
        </p:blipFill>
        <p:spPr bwMode="auto">
          <a:xfrm>
            <a:off x="-3045" y="0"/>
            <a:ext cx="12198093" cy="6858000"/>
          </a:xfrm>
          <a:prstGeom prst="rect">
            <a:avLst/>
          </a:prstGeom>
        </p:spPr>
      </p:pic>
      <p:sp>
        <p:nvSpPr>
          <p:cNvPr id="134982642" name="Title 1"/>
          <p:cNvSpPr>
            <a:spLocks noGrp="1"/>
          </p:cNvSpPr>
          <p:nvPr>
            <p:ph type="title"/>
          </p:nvPr>
        </p:nvSpPr>
        <p:spPr bwMode="auto">
          <a:xfrm>
            <a:off x="579780" y="457198"/>
            <a:ext cx="4192241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>
              <a:defRPr sz="4400"/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  <a:lvl6pPr>
              <a:defRPr sz="4400"/>
            </a:lvl6pPr>
            <a:lvl7pPr>
              <a:defRPr sz="4400"/>
            </a:lvl7pPr>
            <a:lvl8pPr>
              <a:defRPr sz="4400"/>
            </a:lvl8pPr>
            <a:lvl9pPr>
              <a:defRPr sz="4400"/>
            </a:lvl9pPr>
          </a:lstStyle>
          <a:p>
            <a:pPr>
              <a:defRPr/>
            </a:pPr>
            <a:r>
              <a:t>Click to edit Master title </a:t>
            </a:r>
          </a:p>
        </p:txBody>
      </p:sp>
      <p:sp>
        <p:nvSpPr>
          <p:cNvPr id="1230989805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6" y="457198"/>
            <a:ext cx="6172200" cy="540384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t>Click icon to add picture</a:t>
            </a:r>
          </a:p>
        </p:txBody>
      </p:sp>
      <p:sp>
        <p:nvSpPr>
          <p:cNvPr id="143741671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579780" y="2057400"/>
            <a:ext cx="4192241" cy="3811586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437499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9/18/2026</a:t>
            </a:fld>
            <a:endParaRPr/>
          </a:p>
        </p:txBody>
      </p:sp>
      <p:sp>
        <p:nvSpPr>
          <p:cNvPr id="184630867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0201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6868013" name="Picture 1476868012"/>
          <p:cNvPicPr/>
          <p:nvPr/>
        </p:nvPicPr>
        <p:blipFill rotWithShape="1">
          <a:blip r:embed="rId2">
            <a:alphaModFix amt="80000"/>
          </a:blip>
          <a:stretch/>
        </p:blipFill>
        <p:spPr bwMode="auto">
          <a:xfrm>
            <a:off x="0" y="0"/>
            <a:ext cx="12198094" cy="6858000"/>
          </a:xfrm>
          <a:prstGeom prst="rect">
            <a:avLst/>
          </a:prstGeom>
        </p:spPr>
      </p:pic>
      <p:sp>
        <p:nvSpPr>
          <p:cNvPr id="3460758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90053045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9/18/2026</a:t>
            </a:fld>
            <a:endParaRPr/>
          </a:p>
        </p:txBody>
      </p:sp>
      <p:sp>
        <p:nvSpPr>
          <p:cNvPr id="156049094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77890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7617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9/18/2026</a:t>
            </a:fld>
            <a:endParaRPr/>
          </a:p>
        </p:txBody>
      </p:sp>
      <p:sp>
        <p:nvSpPr>
          <p:cNvPr id="178665618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18500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723738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648848073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4"/>
            <a:ext cx="6172200" cy="48736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9531589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01667341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9/18/2026</a:t>
            </a:fld>
            <a:endParaRPr/>
          </a:p>
        </p:txBody>
      </p:sp>
      <p:sp>
        <p:nvSpPr>
          <p:cNvPr id="2691078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71528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5568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83055651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8159733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9/18/2026</a:t>
            </a:fld>
            <a:endParaRPr/>
          </a:p>
        </p:txBody>
      </p:sp>
      <p:sp>
        <p:nvSpPr>
          <p:cNvPr id="4555746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6078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55137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15048882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9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8511124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9/18/2026</a:t>
            </a:fld>
            <a:endParaRPr/>
          </a:p>
        </p:txBody>
      </p:sp>
      <p:sp>
        <p:nvSpPr>
          <p:cNvPr id="11280602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5394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73000">
              <a:schemeClr val="accent3">
                <a:lumMod val="50000"/>
              </a:schemeClr>
            </a:gs>
            <a:gs pos="99000">
              <a:schemeClr val="tx2">
                <a:lumMod val="50000"/>
              </a:schemeClr>
            </a:gs>
          </a:gsLst>
          <a:lin ang="204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624007" name="Title Placeholder 1"/>
          <p:cNvSpPr>
            <a:spLocks noGrp="1"/>
          </p:cNvSpPr>
          <p:nvPr>
            <p:ph type="title"/>
          </p:nvPr>
        </p:nvSpPr>
        <p:spPr bwMode="auto">
          <a:xfrm>
            <a:off x="579780" y="365123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4385764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79780" y="182562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26643103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579780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9/18/2026</a:t>
            </a:fld>
            <a:endParaRPr/>
          </a:p>
        </p:txBody>
      </p:sp>
      <p:sp>
        <p:nvSpPr>
          <p:cNvPr id="172567613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780180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54564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352180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slide" Target="slide5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377480" name="Cím 1"/>
          <p:cNvSpPr>
            <a:spLocks noGrp="1"/>
          </p:cNvSpPr>
          <p:nvPr>
            <p:ph type="ctrTitle"/>
          </p:nvPr>
        </p:nvSpPr>
        <p:spPr bwMode="auto">
          <a:xfrm>
            <a:off x="1010505" y="1576141"/>
            <a:ext cx="10030723" cy="1092235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 fontScale="95000"/>
          </a:bodyPr>
          <a:lstStyle/>
          <a:p>
            <a:pPr>
              <a:defRPr/>
            </a:pPr>
            <a:r>
              <a:rPr lang="hu-HU" b="1">
                <a:latin typeface="Calibri"/>
                <a:ea typeface="Calibri"/>
                <a:cs typeface="Calibri"/>
              </a:rPr>
              <a:t>Népesség 2025 – Python Projekt</a:t>
            </a:r>
            <a:endParaRPr b="1">
              <a:latin typeface="Calibri"/>
              <a:cs typeface="Calibri"/>
            </a:endParaRPr>
          </a:p>
        </p:txBody>
      </p:sp>
      <p:sp>
        <p:nvSpPr>
          <p:cNvPr id="1895645705" name="Alcím 2"/>
          <p:cNvSpPr>
            <a:spLocks noGrp="1"/>
          </p:cNvSpPr>
          <p:nvPr>
            <p:ph type="subTitle" idx="1"/>
          </p:nvPr>
        </p:nvSpPr>
        <p:spPr bwMode="auto">
          <a:xfrm>
            <a:off x="2921994" y="2966803"/>
            <a:ext cx="5903478" cy="568940"/>
          </a:xfrm>
        </p:spPr>
        <p:txBody>
          <a:bodyPr/>
          <a:lstStyle/>
          <a:p>
            <a:pPr>
              <a:defRPr/>
            </a:pPr>
            <a:r>
              <a:rPr lang="hu-HU" i="1"/>
              <a:t>Készítette: Erdős Dániel, Németh János</a:t>
            </a:r>
            <a:endParaRPr i="1"/>
          </a:p>
        </p:txBody>
      </p:sp>
      <p:pic>
        <p:nvPicPr>
          <p:cNvPr id="629691944" name="Picture 62969194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68012" y="3848085"/>
            <a:ext cx="1915710" cy="191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3EB15-0B59-C6DC-2E9A-F2EA4B6FA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02" y="2795"/>
            <a:ext cx="10515600" cy="1325562"/>
          </a:xfrm>
        </p:spPr>
        <p:txBody>
          <a:bodyPr/>
          <a:lstStyle/>
          <a:p>
            <a:r>
              <a:rPr lang="en-US" b="1" err="1">
                <a:latin typeface="Calibri"/>
                <a:ea typeface="Calibri"/>
                <a:cs typeface="Calibri"/>
              </a:rPr>
              <a:t>Főképernyő</a:t>
            </a:r>
            <a:r>
              <a:rPr lang="en-US" b="1">
                <a:latin typeface="Calibri"/>
                <a:ea typeface="Calibri"/>
                <a:cs typeface="Calibri"/>
              </a:rPr>
              <a:t> </a:t>
            </a:r>
            <a:r>
              <a:rPr lang="en-US" b="1" err="1">
                <a:latin typeface="Calibri"/>
                <a:ea typeface="Calibri"/>
                <a:cs typeface="Calibri"/>
              </a:rPr>
              <a:t>és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funkcióválasztó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menü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72D7B4D-4A00-E6D0-4A4B-C692496A82E3}"/>
              </a:ext>
            </a:extLst>
          </p:cNvPr>
          <p:cNvSpPr txBox="1"/>
          <p:nvPr/>
        </p:nvSpPr>
        <p:spPr>
          <a:xfrm>
            <a:off x="430192" y="1107295"/>
            <a:ext cx="818896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 program indításkor beolvassa a forrásállományt, majd a felhasználó választása szerint elindítja a választott funkciót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0DD837B7-275A-EB2C-9DB1-9C6408B78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47" y="2985416"/>
            <a:ext cx="10534650" cy="1152525"/>
          </a:xfrm>
          <a:prstGeom prst="rect">
            <a:avLst/>
          </a:prstGeom>
        </p:spPr>
      </p:pic>
      <p:sp>
        <p:nvSpPr>
          <p:cNvPr id="10" name="Szövegdoboz 9">
            <a:hlinkClick r:id="rId3" action="ppaction://hlinksldjump"/>
            <a:extLst>
              <a:ext uri="{FF2B5EF4-FFF2-40B4-BE49-F238E27FC236}">
                <a16:creationId xmlns:a16="http://schemas.microsoft.com/office/drawing/2014/main" id="{A5EB3010-3BA7-6964-7F31-004EE9D8D410}"/>
              </a:ext>
            </a:extLst>
          </p:cNvPr>
          <p:cNvSpPr txBox="1"/>
          <p:nvPr/>
        </p:nvSpPr>
        <p:spPr>
          <a:xfrm>
            <a:off x="437286" y="5752803"/>
            <a:ext cx="3388967" cy="71508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hu-HU" sz="3600" i="1" dirty="0">
                <a:solidFill>
                  <a:schemeClr val="bg1"/>
                </a:solidFill>
              </a:rPr>
              <a:t>Megye adatai</a:t>
            </a:r>
          </a:p>
        </p:txBody>
      </p:sp>
      <p:sp>
        <p:nvSpPr>
          <p:cNvPr id="16" name="Szövegdoboz 15">
            <a:hlinkClick r:id="rId4" action="ppaction://hlinksldjump"/>
            <a:extLst>
              <a:ext uri="{FF2B5EF4-FFF2-40B4-BE49-F238E27FC236}">
                <a16:creationId xmlns:a16="http://schemas.microsoft.com/office/drawing/2014/main" id="{DB9CC4AC-90E4-74AE-1B7F-6BBEBE4B16E2}"/>
              </a:ext>
            </a:extLst>
          </p:cNvPr>
          <p:cNvSpPr txBox="1"/>
          <p:nvPr/>
        </p:nvSpPr>
        <p:spPr>
          <a:xfrm>
            <a:off x="4862662" y="5752803"/>
            <a:ext cx="4286685" cy="71508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600" dirty="0">
                <a:solidFill>
                  <a:schemeClr val="bg1">
                    <a:lumMod val="95000"/>
                  </a:schemeClr>
                </a:solidFill>
              </a:rPr>
              <a:t>2. Település típusai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F0866754-33B4-5803-B7A4-8BCA4BD9B7D9}"/>
              </a:ext>
            </a:extLst>
          </p:cNvPr>
          <p:cNvSpPr txBox="1"/>
          <p:nvPr/>
        </p:nvSpPr>
        <p:spPr>
          <a:xfrm>
            <a:off x="434051" y="5116082"/>
            <a:ext cx="93290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Az alábbi gombokkal megtekintheti a program funkcióit részletesen: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58F17FAE-593D-8EA0-FB4B-ABE18A53B6EA}"/>
              </a:ext>
            </a:extLst>
          </p:cNvPr>
          <p:cNvSpPr txBox="1"/>
          <p:nvPr/>
        </p:nvSpPr>
        <p:spPr>
          <a:xfrm>
            <a:off x="437158" y="2036036"/>
            <a:ext cx="899313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 program funkcióinak használatához a szögletes zárójelben található jelet kell a felhasználónak begépelnie majd ütni egy ENTER-t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CDFE77-D0B4-28E0-B000-765812368829}"/>
              </a:ext>
            </a:extLst>
          </p:cNvPr>
          <p:cNvSpPr txBox="1"/>
          <p:nvPr/>
        </p:nvSpPr>
        <p:spPr>
          <a:xfrm>
            <a:off x="427973" y="4232753"/>
            <a:ext cx="9749424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program futtatása közben ha a felhasználó értelmezhetetlen választ gépel akkor a program visszatér a funkcióválasztó menübe  </a:t>
            </a:r>
            <a:r>
              <a:rPr sz="240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US"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30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grpId="0" nodeType="afterEffect">
                                  <p:stCondLst>
                                    <p:cond delay="15000"/>
                                  </p:stCondLst>
                                  <p:childTnLst>
                                    <p:animRot by="120000">
                                      <p:cBhvr>
                                        <p:cTn id="6" dur="13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70" fill="hold">
                                          <p:stCondLst>
                                            <p:cond delay="27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7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70" fill="hold">
                                          <p:stCondLst>
                                            <p:cond delay="81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70" fill="hold">
                                          <p:stCondLst>
                                            <p:cond delay="108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grpId="0" nodeType="withEffect">
                                  <p:stCondLst>
                                    <p:cond delay="15000"/>
                                  </p:stCondLst>
                                  <p:childTnLst>
                                    <p:animRot by="120000">
                                      <p:cBhvr>
                                        <p:cTn id="12" dur="13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70" fill="hold">
                                          <p:stCondLst>
                                            <p:cond delay="27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7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70" fill="hold">
                                          <p:stCondLst>
                                            <p:cond delay="81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70" fill="hold">
                                          <p:stCondLst>
                                            <p:cond delay="108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1768BB-81FD-FFE2-545D-10C8FA889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83" y="174099"/>
            <a:ext cx="10458912" cy="856870"/>
          </a:xfrm>
        </p:spPr>
        <p:txBody>
          <a:bodyPr>
            <a:normAutofit/>
          </a:bodyPr>
          <a:lstStyle/>
          <a:p>
            <a:pPr marL="742950" indent="-742950">
              <a:buAutoNum type="arabicPeriod"/>
            </a:pPr>
            <a:r>
              <a:rPr lang="hu-HU" b="1">
                <a:latin typeface="Calibri"/>
                <a:ea typeface="Calibri"/>
                <a:cs typeface="Calibri"/>
              </a:rPr>
              <a:t>Menüpont - Megye adatok lekérdezése</a:t>
            </a:r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C283D0D-620E-929E-38A2-8FFFB8ECF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297" y="3675062"/>
            <a:ext cx="6283325" cy="1224915"/>
          </a:xfrm>
          <a:prstGeom prst="rect">
            <a:avLst/>
          </a:prstGeom>
        </p:spPr>
      </p:pic>
      <p:sp>
        <p:nvSpPr>
          <p:cNvPr id="6" name="Nyíl: jobbra mutató 5">
            <a:extLst>
              <a:ext uri="{FF2B5EF4-FFF2-40B4-BE49-F238E27FC236}">
                <a16:creationId xmlns:a16="http://schemas.microsoft.com/office/drawing/2014/main" id="{BA19FC67-7195-9EAD-B9B6-35242C5F85E3}"/>
              </a:ext>
            </a:extLst>
          </p:cNvPr>
          <p:cNvSpPr/>
          <p:nvPr/>
        </p:nvSpPr>
        <p:spPr>
          <a:xfrm rot="5400000">
            <a:off x="8336280" y="2738120"/>
            <a:ext cx="629920" cy="345440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CCDA4261-51D2-3379-231F-9FA488FB735D}"/>
              </a:ext>
            </a:extLst>
          </p:cNvPr>
          <p:cNvSpPr txBox="1"/>
          <p:nvPr/>
        </p:nvSpPr>
        <p:spPr>
          <a:xfrm>
            <a:off x="335280" y="1239520"/>
            <a:ext cx="5080000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u-HU" sz="2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Miután a felhasználó kiválasztja az 1-es számú funkciót, a program bekér egy megye kódot</a:t>
            </a:r>
          </a:p>
          <a:p>
            <a:pPr marL="285750" indent="-285750">
              <a:buFont typeface="Arial"/>
              <a:buChar char="•"/>
            </a:pPr>
            <a:endParaRPr lang="hu-HU" sz="22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u-HU" sz="2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 megye kód megadása után a program megszámolja az adott megyében található településeket, a lakosság mennyiséget, illetve a városi lakosok számát, majd ezeket az adatokat ki adja.</a:t>
            </a:r>
          </a:p>
          <a:p>
            <a:pPr marL="285750" indent="-285750">
              <a:buFont typeface="Arial"/>
              <a:buChar char="•"/>
            </a:pPr>
            <a:endParaRPr lang="hu-HU" sz="2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u-HU" sz="2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 megye adatok lekérdezése után a program visszamegy a funkcióválasztó menübe 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29DC1FCA-E6F0-EE0B-F4CE-44FB9F6E4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440" y="1713865"/>
            <a:ext cx="6289040" cy="534670"/>
          </a:xfrm>
          <a:prstGeom prst="rect">
            <a:avLst/>
          </a:prstGeom>
        </p:spPr>
      </p:pic>
      <p:sp>
        <p:nvSpPr>
          <p:cNvPr id="7" name="Nyíl: balra mutató 6">
            <a:hlinkClick r:id="rId4" action="ppaction://hlinksldjump"/>
            <a:extLst>
              <a:ext uri="{FF2B5EF4-FFF2-40B4-BE49-F238E27FC236}">
                <a16:creationId xmlns:a16="http://schemas.microsoft.com/office/drawing/2014/main" id="{6F907B81-CF24-7D98-B2E4-ED5A6671EDAC}"/>
              </a:ext>
            </a:extLst>
          </p:cNvPr>
          <p:cNvSpPr/>
          <p:nvPr/>
        </p:nvSpPr>
        <p:spPr>
          <a:xfrm>
            <a:off x="9164320" y="5831839"/>
            <a:ext cx="2715768" cy="576072"/>
          </a:xfrm>
          <a:prstGeom prst="lef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u="sng" dirty="0">
                <a:solidFill>
                  <a:schemeClr val="bg1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Vissza 2. diára</a:t>
            </a:r>
            <a:endParaRPr lang="hu-HU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615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D1835F-ECB3-353D-A38B-3F5661364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60" y="111123"/>
            <a:ext cx="12324080" cy="1183322"/>
          </a:xfrm>
        </p:spPr>
        <p:txBody>
          <a:bodyPr>
            <a:normAutofit/>
          </a:bodyPr>
          <a:lstStyle/>
          <a:p>
            <a:r>
              <a:rPr lang="hu-HU" b="1">
                <a:latin typeface="Calibri"/>
                <a:ea typeface="Calibri"/>
                <a:cs typeface="Calibri"/>
              </a:rPr>
              <a:t>2.  Menüpont - Településtípusok szűrése</a:t>
            </a:r>
            <a:endParaRPr lang="hu-HU">
              <a:latin typeface="Calibri"/>
              <a:ea typeface="Calibri"/>
              <a:cs typeface="Calibri"/>
            </a:endParaRPr>
          </a:p>
        </p:txBody>
      </p:sp>
      <p:sp>
        <p:nvSpPr>
          <p:cNvPr id="9" name="Nyíl: lefelé mutató 8">
            <a:extLst>
              <a:ext uri="{FF2B5EF4-FFF2-40B4-BE49-F238E27FC236}">
                <a16:creationId xmlns:a16="http://schemas.microsoft.com/office/drawing/2014/main" id="{095F2F6E-3DA4-2BD8-1E51-3ABB3818F55D}"/>
              </a:ext>
            </a:extLst>
          </p:cNvPr>
          <p:cNvSpPr/>
          <p:nvPr/>
        </p:nvSpPr>
        <p:spPr>
          <a:xfrm>
            <a:off x="8930878" y="2267465"/>
            <a:ext cx="284480" cy="558800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CC006D42-5777-7B19-1D0A-16DAF655009D}"/>
              </a:ext>
            </a:extLst>
          </p:cNvPr>
          <p:cNvSpPr txBox="1"/>
          <p:nvPr/>
        </p:nvSpPr>
        <p:spPr>
          <a:xfrm>
            <a:off x="548640" y="1391919"/>
            <a:ext cx="2865120" cy="1432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hu-HU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38266D62-4006-E0C3-7410-B48351A3D367}"/>
              </a:ext>
            </a:extLst>
          </p:cNvPr>
          <p:cNvSpPr txBox="1"/>
          <p:nvPr/>
        </p:nvSpPr>
        <p:spPr>
          <a:xfrm>
            <a:off x="264159" y="1290320"/>
            <a:ext cx="3688080" cy="21539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hu-HU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E1AC3D26-D0B5-316B-51B0-29636E3F4EBE}"/>
              </a:ext>
            </a:extLst>
          </p:cNvPr>
          <p:cNvSpPr txBox="1"/>
          <p:nvPr/>
        </p:nvSpPr>
        <p:spPr>
          <a:xfrm>
            <a:off x="802640" y="1391919"/>
            <a:ext cx="3322320" cy="14427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hu-HU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9A50A171-B0BC-831D-70C8-DC7A6C2A4376}"/>
              </a:ext>
            </a:extLst>
          </p:cNvPr>
          <p:cNvSpPr txBox="1"/>
          <p:nvPr/>
        </p:nvSpPr>
        <p:spPr>
          <a:xfrm>
            <a:off x="883919" y="1524000"/>
            <a:ext cx="3362960" cy="1788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AF030C1F-6C52-F7CD-DC14-CF025FAFC970}"/>
              </a:ext>
            </a:extLst>
          </p:cNvPr>
          <p:cNvSpPr txBox="1"/>
          <p:nvPr/>
        </p:nvSpPr>
        <p:spPr>
          <a:xfrm>
            <a:off x="548640" y="1666239"/>
            <a:ext cx="4622800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u-HU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Ha a felhasználó a 2-es funkciót válassza, települések közt tud böngészni</a:t>
            </a:r>
            <a:endParaRPr lang="hu-HU" sz="2400">
              <a:solidFill>
                <a:schemeClr val="bg1"/>
              </a:solidFill>
              <a:latin typeface="Arial"/>
              <a:ea typeface="Microsoft YaHe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hu-HU" sz="2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hu-HU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 program a felhasználótól megkérdezi milyen típusú települések közt szeretne keresni. A felhasználó választása szerint, a program ki adja abból a típusú településből az első 10-et.</a:t>
            </a:r>
          </a:p>
          <a:p>
            <a:pPr marL="285750" indent="-285750">
              <a:buFont typeface="Arial"/>
              <a:buChar char="•"/>
            </a:pPr>
            <a:endParaRPr lang="hu-HU" sz="2400">
              <a:solidFill>
                <a:schemeClr val="bg1"/>
              </a:solidFill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F5054F6-B64B-272B-F384-3D9301604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137" y="2964815"/>
            <a:ext cx="4241165" cy="2574290"/>
          </a:xfrm>
          <a:prstGeom prst="rect">
            <a:avLst/>
          </a:prstGeom>
        </p:spPr>
      </p:pic>
      <p:sp>
        <p:nvSpPr>
          <p:cNvPr id="21" name="Nyíl: balra mutató 20">
            <a:hlinkClick r:id="rId3" action="ppaction://hlinksldjump"/>
            <a:extLst>
              <a:ext uri="{FF2B5EF4-FFF2-40B4-BE49-F238E27FC236}">
                <a16:creationId xmlns:a16="http://schemas.microsoft.com/office/drawing/2014/main" id="{EA609FC5-0E66-4C0F-8D9D-F37CADC88421}"/>
              </a:ext>
            </a:extLst>
          </p:cNvPr>
          <p:cNvSpPr/>
          <p:nvPr/>
        </p:nvSpPr>
        <p:spPr>
          <a:xfrm>
            <a:off x="9215358" y="6170805"/>
            <a:ext cx="2715768" cy="576072"/>
          </a:xfrm>
          <a:prstGeom prst="lef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u="sng">
                <a:solidFill>
                  <a:schemeClr val="bg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Vissza 2. diára</a:t>
            </a:r>
            <a:endParaRPr lang="hu-HU" u="sng">
              <a:solidFill>
                <a:schemeClr val="bg1"/>
              </a:solidFill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21C39B95-28DA-6AC3-60DB-05879AD14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133" y="1141413"/>
            <a:ext cx="4920615" cy="1049655"/>
          </a:xfrm>
          <a:prstGeom prst="rect">
            <a:avLst/>
          </a:prstGeom>
        </p:spPr>
      </p:pic>
      <p:sp>
        <p:nvSpPr>
          <p:cNvPr id="5" name="Nyíl: jobbra mutató 4">
            <a:hlinkClick r:id="rId5" action="ppaction://hlinksldjump"/>
            <a:extLst>
              <a:ext uri="{FF2B5EF4-FFF2-40B4-BE49-F238E27FC236}">
                <a16:creationId xmlns:a16="http://schemas.microsoft.com/office/drawing/2014/main" id="{672E2567-5FEF-4186-8263-B7F17CF79FB8}"/>
              </a:ext>
            </a:extLst>
          </p:cNvPr>
          <p:cNvSpPr/>
          <p:nvPr/>
        </p:nvSpPr>
        <p:spPr>
          <a:xfrm>
            <a:off x="9476230" y="5677655"/>
            <a:ext cx="2454896" cy="493150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Folytatás</a:t>
            </a:r>
          </a:p>
        </p:txBody>
      </p:sp>
    </p:spTree>
    <p:extLst>
      <p:ext uri="{BB962C8B-B14F-4D97-AF65-F5344CB8AC3E}">
        <p14:creationId xmlns:p14="http://schemas.microsoft.com/office/powerpoint/2010/main" val="203266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F7EE3F-43A6-78FF-B590-783DDC083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30" y="640000"/>
            <a:ext cx="10515600" cy="715962"/>
          </a:xfrm>
        </p:spPr>
        <p:txBody>
          <a:bodyPr>
            <a:normAutofit/>
          </a:bodyPr>
          <a:lstStyle/>
          <a:p>
            <a:r>
              <a:rPr lang="hu-HU" b="1" dirty="0">
                <a:latin typeface="Calibri"/>
                <a:ea typeface="Calibri"/>
                <a:cs typeface="Calibri"/>
              </a:rPr>
              <a:t>2.  Menüpont - Településtípusok lapozása</a:t>
            </a:r>
            <a:endParaRPr lang="hu-HU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E1D54127-F662-029E-FA49-8B22F4BDDA4F}"/>
              </a:ext>
            </a:extLst>
          </p:cNvPr>
          <p:cNvSpPr txBox="1"/>
          <p:nvPr/>
        </p:nvSpPr>
        <p:spPr>
          <a:xfrm>
            <a:off x="556573" y="1236875"/>
            <a:ext cx="3853701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hu-HU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Ha a felhasználó nem találja amit keres, folytathatja a böngészést, és a program kidobja abból a típusból a következő 10 darabot. </a:t>
            </a:r>
            <a:endParaRPr lang="hu-HU">
              <a:solidFill>
                <a:schemeClr val="bg1"/>
              </a:solidFill>
              <a:latin typeface="Arial"/>
              <a:ea typeface="Microsoft YaHei"/>
              <a:cs typeface="Arial"/>
            </a:endParaRPr>
          </a:p>
          <a:p>
            <a:endParaRPr lang="hu-HU" sz="2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hu-HU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Viszont ha megtalálta amit keresett akkor az "Inkább nem folytatom a böngészést" funkcióval visszaléphet a főmenübe.</a:t>
            </a:r>
            <a:endParaRPr lang="hu-HU">
              <a:solidFill>
                <a:schemeClr val="bg1"/>
              </a:solidFill>
            </a:endParaRPr>
          </a:p>
          <a:p>
            <a:pPr algn="l"/>
            <a:endParaRPr lang="hu-HU" sz="2400"/>
          </a:p>
        </p:txBody>
      </p:sp>
      <p:sp>
        <p:nvSpPr>
          <p:cNvPr id="12" name="Nyíl: balra mutató 11">
            <a:hlinkClick r:id="rId2" action="ppaction://hlinksldjump"/>
            <a:extLst>
              <a:ext uri="{FF2B5EF4-FFF2-40B4-BE49-F238E27FC236}">
                <a16:creationId xmlns:a16="http://schemas.microsoft.com/office/drawing/2014/main" id="{AA251F73-6F6F-5B4E-DBDF-DEB90628683B}"/>
              </a:ext>
            </a:extLst>
          </p:cNvPr>
          <p:cNvSpPr/>
          <p:nvPr/>
        </p:nvSpPr>
        <p:spPr>
          <a:xfrm>
            <a:off x="9164320" y="5831839"/>
            <a:ext cx="2715768" cy="576072"/>
          </a:xfrm>
          <a:prstGeom prst="lef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u="sng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Vissza 2. diára</a:t>
            </a:r>
            <a:endParaRPr lang="hu-HU" u="sng" dirty="0">
              <a:solidFill>
                <a:schemeClr val="bg1"/>
              </a:solidFill>
            </a:endParaRPr>
          </a:p>
        </p:txBody>
      </p:sp>
      <p:sp>
        <p:nvSpPr>
          <p:cNvPr id="13" name="Nyíl: jobbra mutató 12">
            <a:extLst>
              <a:ext uri="{FF2B5EF4-FFF2-40B4-BE49-F238E27FC236}">
                <a16:creationId xmlns:a16="http://schemas.microsoft.com/office/drawing/2014/main" id="{1E7A8BA5-85B3-0780-B718-476540C065D7}"/>
              </a:ext>
            </a:extLst>
          </p:cNvPr>
          <p:cNvSpPr/>
          <p:nvPr/>
        </p:nvSpPr>
        <p:spPr>
          <a:xfrm>
            <a:off x="8810686" y="3195144"/>
            <a:ext cx="497144" cy="230200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6A94CB20-B722-7E19-450D-155CBCCD0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268" y="2200910"/>
            <a:ext cx="3969385" cy="2385060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0928FE36-495E-4BE1-9053-90C77D86D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018" y="2204085"/>
            <a:ext cx="2707005" cy="229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884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F1CDDC-E9BC-B8AC-53C2-5E925CE0C8BB}"/>
              </a:ext>
            </a:extLst>
          </p:cNvPr>
          <p:cNvSpPr txBox="1"/>
          <p:nvPr/>
        </p:nvSpPr>
        <p:spPr>
          <a:xfrm>
            <a:off x="2258164" y="2614042"/>
            <a:ext cx="767734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i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Köszönjük</a:t>
            </a:r>
            <a:r>
              <a:rPr lang="en-US" sz="60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6000" b="1" i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figyelmet</a:t>
            </a:r>
            <a:r>
              <a:rPr lang="en-US" sz="60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!</a:t>
            </a:r>
            <a:endParaRPr lang="en-US" b="1" i="1">
              <a:solidFill>
                <a:schemeClr val="bg1"/>
              </a:solidFill>
            </a:endParaRPr>
          </a:p>
        </p:txBody>
      </p:sp>
      <p:sp>
        <p:nvSpPr>
          <p:cNvPr id="5" name="Nyíl: balra mutató 20">
            <a:hlinkClick r:id="rId2" action="ppaction://hlinksldjump"/>
            <a:extLst>
              <a:ext uri="{FF2B5EF4-FFF2-40B4-BE49-F238E27FC236}">
                <a16:creationId xmlns:a16="http://schemas.microsoft.com/office/drawing/2014/main" id="{CD7720AF-686C-8EB3-4607-7E9381DDF093}"/>
              </a:ext>
            </a:extLst>
          </p:cNvPr>
          <p:cNvSpPr/>
          <p:nvPr/>
        </p:nvSpPr>
        <p:spPr>
          <a:xfrm>
            <a:off x="9164320" y="5831839"/>
            <a:ext cx="2715768" cy="576072"/>
          </a:xfrm>
          <a:prstGeom prst="lef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u="sng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Vissza 2. diára</a:t>
            </a:r>
            <a:endParaRPr lang="hu-HU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930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Development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Them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</Words>
  <Application>Microsoft Office PowerPoint</Application>
  <PresentationFormat>Szélesvásznú</PresentationFormat>
  <Paragraphs>30</Paragraphs>
  <Slides>6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9" baseType="lpstr">
      <vt:lpstr>Arial</vt:lpstr>
      <vt:lpstr>Calibri</vt:lpstr>
      <vt:lpstr>Development</vt:lpstr>
      <vt:lpstr>Népesség 2025 – Python Projekt</vt:lpstr>
      <vt:lpstr>Főképernyő és funkcióválasztó menü</vt:lpstr>
      <vt:lpstr>Menüpont - Megye adatok lekérdezése</vt:lpstr>
      <vt:lpstr>2.  Menüpont - Településtípusok szűrése</vt:lpstr>
      <vt:lpstr>2.  Menüpont - Településtípusok lapozása 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Népesség 2025 – Python Projekt</dc:title>
  <dc:creator/>
  <cp:lastModifiedBy>Erdős Dániel</cp:lastModifiedBy>
  <cp:revision>11</cp:revision>
  <dcterms:modified xsi:type="dcterms:W3CDTF">2026-09-18T11:01:18Z</dcterms:modified>
</cp:coreProperties>
</file>